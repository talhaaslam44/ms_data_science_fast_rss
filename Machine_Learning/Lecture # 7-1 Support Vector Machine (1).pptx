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3.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4.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notesSlides/notesSlide5.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notesSlides/notesSlide6.xml" ContentType="application/vnd.openxmlformats-officedocument.presentationml.notesSlide+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notesSlides/notesSlide7.xml" ContentType="application/vnd.openxmlformats-officedocument.presentationml.notesSlide+xml"/>
  <Override PartName="/ppt/tags/tag23.xml" ContentType="application/vnd.openxmlformats-officedocument.presentationml.tags+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648" r:id="rId1"/>
  </p:sldMasterIdLst>
  <p:notesMasterIdLst>
    <p:notesMasterId r:id="rId27"/>
  </p:notesMasterIdLst>
  <p:sldIdLst>
    <p:sldId id="443" r:id="rId2"/>
    <p:sldId id="421" r:id="rId3"/>
    <p:sldId id="366" r:id="rId4"/>
    <p:sldId id="290" r:id="rId5"/>
    <p:sldId id="291" r:id="rId6"/>
    <p:sldId id="1300" r:id="rId7"/>
    <p:sldId id="347" r:id="rId8"/>
    <p:sldId id="1301" r:id="rId9"/>
    <p:sldId id="302" r:id="rId10"/>
    <p:sldId id="262" r:id="rId11"/>
    <p:sldId id="305" r:id="rId12"/>
    <p:sldId id="1305" r:id="rId13"/>
    <p:sldId id="1306" r:id="rId14"/>
    <p:sldId id="393" r:id="rId15"/>
    <p:sldId id="394" r:id="rId16"/>
    <p:sldId id="395" r:id="rId17"/>
    <p:sldId id="396" r:id="rId18"/>
    <p:sldId id="398" r:id="rId19"/>
    <p:sldId id="399" r:id="rId20"/>
    <p:sldId id="1307" r:id="rId21"/>
    <p:sldId id="1308" r:id="rId22"/>
    <p:sldId id="1309" r:id="rId23"/>
    <p:sldId id="1310" r:id="rId24"/>
    <p:sldId id="1298" r:id="rId25"/>
    <p:sldId id="415"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7AE7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162" autoAdjust="0"/>
    <p:restoredTop sz="94660"/>
  </p:normalViewPr>
  <p:slideViewPr>
    <p:cSldViewPr>
      <p:cViewPr varScale="1">
        <p:scale>
          <a:sx n="72" d="100"/>
          <a:sy n="72" d="100"/>
        </p:scale>
        <p:origin x="1218" y="4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0.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B128C82-CA69-4C24-80B0-668ACBAF35BA}" type="datetimeFigureOut">
              <a:rPr lang="en-US" smtClean="0"/>
              <a:pPr/>
              <a:t>3/21/2022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8D1793F-0F1D-49B1-A0BA-855CC243B45D}" type="slidenum">
              <a:rPr lang="en-US" smtClean="0"/>
              <a:pPr/>
              <a:t>‹#›</a:t>
            </a:fld>
            <a:endParaRPr lang="en-US"/>
          </a:p>
        </p:txBody>
      </p:sp>
    </p:spTree>
    <p:extLst>
      <p:ext uri="{BB962C8B-B14F-4D97-AF65-F5344CB8AC3E}">
        <p14:creationId xmlns:p14="http://schemas.microsoft.com/office/powerpoint/2010/main" val="1722798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8D1793F-0F1D-49B1-A0BA-855CC243B45D}" type="slidenum">
              <a:rPr lang="en-US" smtClean="0"/>
              <a:pPr/>
              <a:t>1</a:t>
            </a:fld>
            <a:endParaRPr lang="en-US"/>
          </a:p>
        </p:txBody>
      </p:sp>
    </p:spTree>
    <p:extLst>
      <p:ext uri="{BB962C8B-B14F-4D97-AF65-F5344CB8AC3E}">
        <p14:creationId xmlns:p14="http://schemas.microsoft.com/office/powerpoint/2010/main" val="426200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D6885B12-E44B-46D4-98A8-94BC257DD7D5}"/>
              </a:ext>
            </a:extLst>
          </p:cNvPr>
          <p:cNvSpPr>
            <a:spLocks noGrp="1" noChangeArrowheads="1"/>
          </p:cNvSpPr>
          <p:nvPr>
            <p:ph type="sldNum" sz="quarter" idx="5"/>
          </p:nvPr>
        </p:nvSpPr>
        <p:spPr>
          <a:ln/>
        </p:spPr>
        <p:txBody>
          <a:bodyPr/>
          <a:lstStyle/>
          <a:p>
            <a:fld id="{2826F54F-5997-47A9-A732-98E49F7A1B05}" type="slidenum">
              <a:rPr lang="zh-CN" altLang="en-US"/>
              <a:pPr/>
              <a:t>3</a:t>
            </a:fld>
            <a:endParaRPr lang="en-US" altLang="zh-CN"/>
          </a:p>
        </p:txBody>
      </p:sp>
      <p:sp>
        <p:nvSpPr>
          <p:cNvPr id="301058" name="Rectangle 2">
            <a:extLst>
              <a:ext uri="{FF2B5EF4-FFF2-40B4-BE49-F238E27FC236}">
                <a16:creationId xmlns:a16="http://schemas.microsoft.com/office/drawing/2014/main" id="{A737C502-4104-4DDC-A8DE-A9BBF919B644}"/>
              </a:ext>
            </a:extLst>
          </p:cNvPr>
          <p:cNvSpPr>
            <a:spLocks noGrp="1" noRot="1" noChangeAspect="1" noChangeArrowheads="1" noTextEdit="1"/>
          </p:cNvSpPr>
          <p:nvPr>
            <p:ph type="sldImg"/>
          </p:nvPr>
        </p:nvSpPr>
        <p:spPr>
          <a:ln/>
        </p:spPr>
      </p:sp>
      <p:sp>
        <p:nvSpPr>
          <p:cNvPr id="301059" name="Rectangle 3">
            <a:extLst>
              <a:ext uri="{FF2B5EF4-FFF2-40B4-BE49-F238E27FC236}">
                <a16:creationId xmlns:a16="http://schemas.microsoft.com/office/drawing/2014/main" id="{9EFA80B7-07F0-432E-B030-0C69CD174FE7}"/>
              </a:ext>
            </a:extLst>
          </p:cNvPr>
          <p:cNvSpPr>
            <a:spLocks noGrp="1" noChangeArrowheads="1"/>
          </p:cNvSpPr>
          <p:nvPr>
            <p:ph type="body" idx="1"/>
          </p:nvPr>
        </p:nvSpPr>
        <p:spPr/>
        <p:txBody>
          <a:bodyPr/>
          <a:lstStyle/>
          <a:p>
            <a:endParaRPr lang="zh-CN" altLang="en-US">
              <a:ea typeface="SimSun"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72FD6CE-1369-49CA-8F16-65CA1A6FEAD3}"/>
              </a:ext>
            </a:extLst>
          </p:cNvPr>
          <p:cNvSpPr>
            <a:spLocks noGrp="1" noChangeArrowheads="1"/>
          </p:cNvSpPr>
          <p:nvPr>
            <p:ph type="sldNum" sz="quarter" idx="5"/>
          </p:nvPr>
        </p:nvSpPr>
        <p:spPr>
          <a:ln/>
        </p:spPr>
        <p:txBody>
          <a:bodyPr/>
          <a:lstStyle/>
          <a:p>
            <a:fld id="{FBAD7371-3E6E-45A1-BFC1-D81ACA60EA99}" type="slidenum">
              <a:rPr lang="zh-CN" altLang="en-US"/>
              <a:pPr/>
              <a:t>4</a:t>
            </a:fld>
            <a:endParaRPr lang="en-US" altLang="zh-CN"/>
          </a:p>
        </p:txBody>
      </p:sp>
      <p:sp>
        <p:nvSpPr>
          <p:cNvPr id="169986" name="Rectangle 2">
            <a:extLst>
              <a:ext uri="{FF2B5EF4-FFF2-40B4-BE49-F238E27FC236}">
                <a16:creationId xmlns:a16="http://schemas.microsoft.com/office/drawing/2014/main" id="{B81DD205-9F90-4B9B-99EA-8786D5F6D2E9}"/>
              </a:ext>
            </a:extLst>
          </p:cNvPr>
          <p:cNvSpPr>
            <a:spLocks noGrp="1" noRot="1" noChangeAspect="1" noChangeArrowheads="1" noTextEdit="1"/>
          </p:cNvSpPr>
          <p:nvPr>
            <p:ph type="sldImg"/>
          </p:nvPr>
        </p:nvSpPr>
        <p:spPr>
          <a:ln/>
        </p:spPr>
      </p:sp>
      <p:sp>
        <p:nvSpPr>
          <p:cNvPr id="169987" name="Rectangle 3">
            <a:extLst>
              <a:ext uri="{FF2B5EF4-FFF2-40B4-BE49-F238E27FC236}">
                <a16:creationId xmlns:a16="http://schemas.microsoft.com/office/drawing/2014/main" id="{38E64C25-815C-43B6-B351-8685D59F5292}"/>
              </a:ext>
            </a:extLst>
          </p:cNvPr>
          <p:cNvSpPr>
            <a:spLocks noGrp="1" noChangeArrowheads="1"/>
          </p:cNvSpPr>
          <p:nvPr>
            <p:ph type="body" idx="1"/>
          </p:nvPr>
        </p:nvSpPr>
        <p:spPr/>
        <p:txBody>
          <a:bodyPr/>
          <a:lstStyle/>
          <a:p>
            <a:endParaRPr lang="de-CH" altLang="en-PK"/>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A171F60-3448-4F23-8FC9-BF765584FED6}"/>
              </a:ext>
            </a:extLst>
          </p:cNvPr>
          <p:cNvSpPr>
            <a:spLocks noGrp="1" noChangeArrowheads="1"/>
          </p:cNvSpPr>
          <p:nvPr>
            <p:ph type="sldNum" sz="quarter" idx="5"/>
          </p:nvPr>
        </p:nvSpPr>
        <p:spPr>
          <a:ln/>
        </p:spPr>
        <p:txBody>
          <a:bodyPr/>
          <a:lstStyle/>
          <a:p>
            <a:fld id="{C215F8E4-2502-4944-BBE8-E8D5AC72B58A}" type="slidenum">
              <a:rPr lang="zh-CN" altLang="en-US"/>
              <a:pPr/>
              <a:t>5</a:t>
            </a:fld>
            <a:endParaRPr lang="en-US" altLang="zh-CN"/>
          </a:p>
        </p:txBody>
      </p:sp>
      <p:sp>
        <p:nvSpPr>
          <p:cNvPr id="171010" name="Rectangle 2">
            <a:extLst>
              <a:ext uri="{FF2B5EF4-FFF2-40B4-BE49-F238E27FC236}">
                <a16:creationId xmlns:a16="http://schemas.microsoft.com/office/drawing/2014/main" id="{CB39611C-38F3-4ADC-9643-333BA762155A}"/>
              </a:ext>
            </a:extLst>
          </p:cNvPr>
          <p:cNvSpPr>
            <a:spLocks noGrp="1" noRot="1" noChangeAspect="1" noChangeArrowheads="1" noTextEdit="1"/>
          </p:cNvSpPr>
          <p:nvPr>
            <p:ph type="sldImg"/>
          </p:nvPr>
        </p:nvSpPr>
        <p:spPr>
          <a:ln/>
        </p:spPr>
      </p:sp>
      <p:sp>
        <p:nvSpPr>
          <p:cNvPr id="171011" name="Rectangle 3">
            <a:extLst>
              <a:ext uri="{FF2B5EF4-FFF2-40B4-BE49-F238E27FC236}">
                <a16:creationId xmlns:a16="http://schemas.microsoft.com/office/drawing/2014/main" id="{586AA75B-FC00-4AD0-A59B-99A361B9ACBD}"/>
              </a:ext>
            </a:extLst>
          </p:cNvPr>
          <p:cNvSpPr>
            <a:spLocks noGrp="1" noChangeArrowheads="1"/>
          </p:cNvSpPr>
          <p:nvPr>
            <p:ph type="body" idx="1"/>
          </p:nvPr>
        </p:nvSpPr>
        <p:spPr/>
        <p:txBody>
          <a:bodyPr/>
          <a:lstStyle/>
          <a:p>
            <a:endParaRPr lang="de-CH" altLang="en-PK"/>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6C228E5-2117-4647-9465-FBD37A013258}"/>
              </a:ext>
            </a:extLst>
          </p:cNvPr>
          <p:cNvSpPr>
            <a:spLocks noGrp="1" noChangeArrowheads="1"/>
          </p:cNvSpPr>
          <p:nvPr>
            <p:ph type="sldNum" sz="quarter" idx="5"/>
          </p:nvPr>
        </p:nvSpPr>
        <p:spPr>
          <a:ln/>
        </p:spPr>
        <p:txBody>
          <a:bodyPr/>
          <a:lstStyle/>
          <a:p>
            <a:fld id="{1C0B197F-620F-45E0-923F-7B2BD8D24FA0}" type="slidenum">
              <a:rPr lang="zh-CN" altLang="en-US"/>
              <a:pPr/>
              <a:t>7</a:t>
            </a:fld>
            <a:endParaRPr lang="en-US" altLang="zh-CN"/>
          </a:p>
        </p:txBody>
      </p:sp>
      <p:sp>
        <p:nvSpPr>
          <p:cNvPr id="308226" name="Rectangle 2">
            <a:extLst>
              <a:ext uri="{FF2B5EF4-FFF2-40B4-BE49-F238E27FC236}">
                <a16:creationId xmlns:a16="http://schemas.microsoft.com/office/drawing/2014/main" id="{30570ECE-6792-4EDF-A855-A5910972A16F}"/>
              </a:ext>
            </a:extLst>
          </p:cNvPr>
          <p:cNvSpPr>
            <a:spLocks noGrp="1" noRot="1" noChangeAspect="1" noChangeArrowheads="1" noTextEdit="1"/>
          </p:cNvSpPr>
          <p:nvPr>
            <p:ph type="sldImg"/>
          </p:nvPr>
        </p:nvSpPr>
        <p:spPr>
          <a:ln/>
        </p:spPr>
      </p:sp>
      <p:sp>
        <p:nvSpPr>
          <p:cNvPr id="308227" name="Rectangle 3">
            <a:extLst>
              <a:ext uri="{FF2B5EF4-FFF2-40B4-BE49-F238E27FC236}">
                <a16:creationId xmlns:a16="http://schemas.microsoft.com/office/drawing/2014/main" id="{660EE084-3647-430F-A148-2156AD396105}"/>
              </a:ext>
            </a:extLst>
          </p:cNvPr>
          <p:cNvSpPr>
            <a:spLocks noGrp="1" noChangeArrowheads="1"/>
          </p:cNvSpPr>
          <p:nvPr>
            <p:ph type="body" idx="1"/>
          </p:nvPr>
        </p:nvSpPr>
        <p:spPr/>
        <p:txBody>
          <a:bodyPr/>
          <a:lstStyle/>
          <a:p>
            <a:endParaRPr lang="zh-CN" altLang="en-US">
              <a:ea typeface="SimSun"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C1EF280-8002-48D5-ADC2-A14D6BB22592}"/>
              </a:ext>
            </a:extLst>
          </p:cNvPr>
          <p:cNvSpPr>
            <a:spLocks noGrp="1" noChangeArrowheads="1"/>
          </p:cNvSpPr>
          <p:nvPr>
            <p:ph type="sldNum" sz="quarter" idx="5"/>
          </p:nvPr>
        </p:nvSpPr>
        <p:spPr>
          <a:ln/>
        </p:spPr>
        <p:txBody>
          <a:bodyPr/>
          <a:lstStyle/>
          <a:p>
            <a:fld id="{CDDFF53B-7941-491A-B9A5-EDAE6C689FB2}" type="slidenum">
              <a:rPr lang="zh-CN" altLang="en-US"/>
              <a:pPr/>
              <a:t>9</a:t>
            </a:fld>
            <a:endParaRPr lang="en-US" altLang="zh-CN"/>
          </a:p>
        </p:txBody>
      </p:sp>
      <p:sp>
        <p:nvSpPr>
          <p:cNvPr id="182274" name="Rectangle 2">
            <a:extLst>
              <a:ext uri="{FF2B5EF4-FFF2-40B4-BE49-F238E27FC236}">
                <a16:creationId xmlns:a16="http://schemas.microsoft.com/office/drawing/2014/main" id="{90A9EF16-9ECB-4905-88B4-1BE52BB84946}"/>
              </a:ext>
            </a:extLst>
          </p:cNvPr>
          <p:cNvSpPr>
            <a:spLocks noGrp="1" noRot="1" noChangeAspect="1" noChangeArrowheads="1" noTextEdit="1"/>
          </p:cNvSpPr>
          <p:nvPr>
            <p:ph type="sldImg"/>
          </p:nvPr>
        </p:nvSpPr>
        <p:spPr>
          <a:ln/>
        </p:spPr>
      </p:sp>
      <p:sp>
        <p:nvSpPr>
          <p:cNvPr id="182275" name="Rectangle 3">
            <a:extLst>
              <a:ext uri="{FF2B5EF4-FFF2-40B4-BE49-F238E27FC236}">
                <a16:creationId xmlns:a16="http://schemas.microsoft.com/office/drawing/2014/main" id="{F7CCA86B-CF4D-459F-9F0D-56C2EC8A46D2}"/>
              </a:ext>
            </a:extLst>
          </p:cNvPr>
          <p:cNvSpPr>
            <a:spLocks noGrp="1" noChangeArrowheads="1"/>
          </p:cNvSpPr>
          <p:nvPr>
            <p:ph type="body" idx="1"/>
          </p:nvPr>
        </p:nvSpPr>
        <p:spPr/>
        <p:txBody>
          <a:bodyPr/>
          <a:lstStyle/>
          <a:p>
            <a:r>
              <a:rPr lang="en-US" altLang="zh-CN">
                <a:ea typeface="SimSun" panose="02010600030101010101" pitchFamily="2" charset="-122"/>
              </a:rPr>
              <a:t>So, if change internal points, no effect on the decision boundary</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707CEBF-E916-42DF-BBED-DAEF516E33A2}"/>
              </a:ext>
            </a:extLst>
          </p:cNvPr>
          <p:cNvSpPr>
            <a:spLocks noGrp="1" noChangeArrowheads="1"/>
          </p:cNvSpPr>
          <p:nvPr>
            <p:ph type="sldNum" sz="quarter" idx="5"/>
          </p:nvPr>
        </p:nvSpPr>
        <p:spPr>
          <a:ln/>
        </p:spPr>
        <p:txBody>
          <a:bodyPr/>
          <a:lstStyle/>
          <a:p>
            <a:fld id="{8298C184-C866-4095-85CA-5D14C09D8EB4}" type="slidenum">
              <a:rPr lang="zh-CN" altLang="en-US"/>
              <a:pPr/>
              <a:t>10</a:t>
            </a:fld>
            <a:endParaRPr lang="en-US" altLang="zh-CN"/>
          </a:p>
        </p:txBody>
      </p:sp>
      <p:sp>
        <p:nvSpPr>
          <p:cNvPr id="310274" name="Rectangle 2">
            <a:extLst>
              <a:ext uri="{FF2B5EF4-FFF2-40B4-BE49-F238E27FC236}">
                <a16:creationId xmlns:a16="http://schemas.microsoft.com/office/drawing/2014/main" id="{A5080952-ECEE-40F1-92BD-74CCE5007BE7}"/>
              </a:ext>
            </a:extLst>
          </p:cNvPr>
          <p:cNvSpPr>
            <a:spLocks noGrp="1" noRot="1" noChangeAspect="1" noChangeArrowheads="1" noTextEdit="1"/>
          </p:cNvSpPr>
          <p:nvPr>
            <p:ph type="sldImg"/>
          </p:nvPr>
        </p:nvSpPr>
        <p:spPr>
          <a:ln/>
        </p:spPr>
      </p:sp>
      <p:sp>
        <p:nvSpPr>
          <p:cNvPr id="310275" name="Rectangle 3">
            <a:extLst>
              <a:ext uri="{FF2B5EF4-FFF2-40B4-BE49-F238E27FC236}">
                <a16:creationId xmlns:a16="http://schemas.microsoft.com/office/drawing/2014/main" id="{2B0A4957-7E99-40C2-91BB-43DF9CAFA055}"/>
              </a:ext>
            </a:extLst>
          </p:cNvPr>
          <p:cNvSpPr>
            <a:spLocks noGrp="1" noChangeArrowheads="1"/>
          </p:cNvSpPr>
          <p:nvPr>
            <p:ph type="body" idx="1"/>
          </p:nvPr>
        </p:nvSpPr>
        <p:spPr/>
        <p:txBody>
          <a:bodyPr/>
          <a:lstStyle/>
          <a:p>
            <a:endParaRPr lang="zh-CN" altLang="en-US">
              <a:ea typeface="SimSun"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1D48E9D8-E06D-4F14-9A57-DCAB21C26156}"/>
              </a:ext>
            </a:extLst>
          </p:cNvPr>
          <p:cNvSpPr>
            <a:spLocks noGrp="1" noChangeArrowheads="1"/>
          </p:cNvSpPr>
          <p:nvPr>
            <p:ph type="sldNum" sz="quarter" idx="5"/>
          </p:nvPr>
        </p:nvSpPr>
        <p:spPr>
          <a:ln/>
        </p:spPr>
        <p:txBody>
          <a:bodyPr/>
          <a:lstStyle/>
          <a:p>
            <a:fld id="{B0BEEEE4-82D5-4C0B-903D-90C80DCF333D}" type="slidenum">
              <a:rPr lang="zh-CN" altLang="en-US"/>
              <a:pPr/>
              <a:t>11</a:t>
            </a:fld>
            <a:endParaRPr lang="en-US" altLang="zh-CN"/>
          </a:p>
        </p:txBody>
      </p:sp>
      <p:sp>
        <p:nvSpPr>
          <p:cNvPr id="311298" name="Rectangle 2">
            <a:extLst>
              <a:ext uri="{FF2B5EF4-FFF2-40B4-BE49-F238E27FC236}">
                <a16:creationId xmlns:a16="http://schemas.microsoft.com/office/drawing/2014/main" id="{1B21DBC6-3417-4EE0-A810-CFC0E591AF72}"/>
              </a:ext>
            </a:extLst>
          </p:cNvPr>
          <p:cNvSpPr>
            <a:spLocks noGrp="1" noRot="1" noChangeAspect="1" noChangeArrowheads="1" noTextEdit="1"/>
          </p:cNvSpPr>
          <p:nvPr>
            <p:ph type="sldImg"/>
          </p:nvPr>
        </p:nvSpPr>
        <p:spPr>
          <a:ln/>
        </p:spPr>
      </p:sp>
      <p:sp>
        <p:nvSpPr>
          <p:cNvPr id="311299" name="Rectangle 3">
            <a:extLst>
              <a:ext uri="{FF2B5EF4-FFF2-40B4-BE49-F238E27FC236}">
                <a16:creationId xmlns:a16="http://schemas.microsoft.com/office/drawing/2014/main" id="{8EBF0E64-36DB-405F-90C5-ACD8B760D843}"/>
              </a:ext>
            </a:extLst>
          </p:cNvPr>
          <p:cNvSpPr>
            <a:spLocks noGrp="1" noChangeArrowheads="1"/>
          </p:cNvSpPr>
          <p:nvPr>
            <p:ph type="body" idx="1"/>
          </p:nvPr>
        </p:nvSpPr>
        <p:spPr/>
        <p:txBody>
          <a:bodyPr/>
          <a:lstStyle/>
          <a:p>
            <a:endParaRPr lang="zh-CN" altLang="en-US">
              <a:ea typeface="SimSun"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457200" y="6492875"/>
            <a:ext cx="2133600" cy="365125"/>
          </a:xfrm>
        </p:spPr>
        <p:txBody>
          <a:bodyPr/>
          <a:lstStyle>
            <a:lvl1pPr>
              <a:defRPr>
                <a:solidFill>
                  <a:schemeClr val="bg1">
                    <a:lumMod val="95000"/>
                  </a:schemeClr>
                </a:solidFill>
              </a:defRPr>
            </a:lvl1pPr>
          </a:lstStyle>
          <a:p>
            <a:fld id="{08F0A274-5F67-459E-90EF-C36CF02B7C03}" type="datetime1">
              <a:rPr lang="en-US" smtClean="0"/>
              <a:t>3/21/2022</a:t>
            </a:fld>
            <a:endParaRPr lang="en-US"/>
          </a:p>
        </p:txBody>
      </p:sp>
      <p:sp>
        <p:nvSpPr>
          <p:cNvPr id="5" name="Footer Placeholder 4"/>
          <p:cNvSpPr>
            <a:spLocks noGrp="1"/>
          </p:cNvSpPr>
          <p:nvPr>
            <p:ph type="ftr" sz="quarter" idx="11"/>
          </p:nvPr>
        </p:nvSpPr>
        <p:spPr>
          <a:xfrm>
            <a:off x="3124200" y="6492875"/>
            <a:ext cx="2895600" cy="365125"/>
          </a:xfrm>
        </p:spPr>
        <p:txBody>
          <a:bodyPr/>
          <a:lstStyle>
            <a:lvl1pPr>
              <a:defRPr>
                <a:solidFill>
                  <a:schemeClr val="bg1">
                    <a:lumMod val="95000"/>
                  </a:schemeClr>
                </a:solidFill>
              </a:defRPr>
            </a:lvl1pPr>
          </a:lstStyle>
          <a:p>
            <a:r>
              <a:rPr lang="en-US"/>
              <a:t>Presented by    Dr. AKHTAR JAMIL </a:t>
            </a:r>
          </a:p>
        </p:txBody>
      </p:sp>
      <p:sp>
        <p:nvSpPr>
          <p:cNvPr id="6" name="Slide Number Placeholder 5"/>
          <p:cNvSpPr>
            <a:spLocks noGrp="1"/>
          </p:cNvSpPr>
          <p:nvPr>
            <p:ph type="sldNum" sz="quarter" idx="12"/>
          </p:nvPr>
        </p:nvSpPr>
        <p:spPr>
          <a:xfrm>
            <a:off x="6553200" y="6477000"/>
            <a:ext cx="2133600" cy="365125"/>
          </a:xfrm>
        </p:spPr>
        <p:txBody>
          <a:bodyPr/>
          <a:lstStyle>
            <a:lvl1pPr>
              <a:defRPr>
                <a:solidFill>
                  <a:schemeClr val="bg1">
                    <a:lumMod val="95000"/>
                  </a:schemeClr>
                </a:solidFill>
              </a:defRPr>
            </a:lvl1p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525963"/>
          </a:xfrm>
        </p:spPr>
        <p:txBody>
          <a:bodyPr>
            <a:normAutofit/>
          </a:bodyPr>
          <a:lstStyle>
            <a:lvl1pPr>
              <a:defRPr sz="2800"/>
            </a:lvl1pPr>
            <a:lvl2pPr>
              <a:defRPr sz="2400"/>
            </a:lvl2pPr>
            <a:lvl3pPr>
              <a:defRPr sz="20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7E9FBCE9-25A6-4D5C-B901-F07078CFAB46}" type="datetime1">
              <a:rPr lang="en-US" smtClean="0"/>
              <a:t>3/21/2022</a:t>
            </a:fld>
            <a:endParaRPr lang="en-US"/>
          </a:p>
        </p:txBody>
      </p:sp>
      <p:sp>
        <p:nvSpPr>
          <p:cNvPr id="5" name="Footer Placeholder 4"/>
          <p:cNvSpPr>
            <a:spLocks noGrp="1"/>
          </p:cNvSpPr>
          <p:nvPr>
            <p:ph type="ftr" sz="quarter" idx="11"/>
          </p:nvPr>
        </p:nvSpPr>
        <p:spPr/>
        <p:txBody>
          <a:bodyPr/>
          <a:lstStyle>
            <a:lvl1pPr>
              <a:defRPr>
                <a:solidFill>
                  <a:schemeClr val="bg1">
                    <a:lumMod val="95000"/>
                  </a:schemeClr>
                </a:solidFill>
              </a:defRPr>
            </a:lvl1pPr>
          </a:lstStyle>
          <a:p>
            <a:r>
              <a:rPr lang="en-US"/>
              <a:t>Presented by    Dr. AKHTAR JAMIL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Title 6"/>
          <p:cNvSpPr>
            <a:spLocks noGrp="1"/>
          </p:cNvSpPr>
          <p:nvPr>
            <p:ph type="title"/>
          </p:nvPr>
        </p:nvSpPr>
        <p:spPr>
          <a:xfrm>
            <a:off x="457200" y="609601"/>
            <a:ext cx="8229600" cy="838200"/>
          </a:xfrm>
        </p:spPr>
        <p:txBody>
          <a:bodyPr>
            <a:noAutofit/>
          </a:bodyPr>
          <a:lstStyle>
            <a:lvl1pPr>
              <a:defRPr sz="3600" b="0">
                <a:solidFill>
                  <a:srgbClr val="0070C0"/>
                </a:solidFill>
              </a:defRPr>
            </a:lvl1pPr>
          </a:lstStyle>
          <a:p>
            <a:r>
              <a:rPr lang="en-US" dirty="0"/>
              <a:t>Click to edit Master title style</a:t>
            </a:r>
          </a:p>
        </p:txBody>
      </p:sp>
      <p:sp>
        <p:nvSpPr>
          <p:cNvPr id="2" name="Rectangle 1"/>
          <p:cNvSpPr/>
          <p:nvPr userDrawn="1"/>
        </p:nvSpPr>
        <p:spPr>
          <a:xfrm>
            <a:off x="0" y="457200"/>
            <a:ext cx="9128760" cy="76200"/>
          </a:xfrm>
          <a:prstGeom prst="rect">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0" y="6517199"/>
            <a:ext cx="9128760" cy="45719"/>
          </a:xfrm>
          <a:prstGeom prst="rect">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7514352-1B41-473B-811B-61BBD5020B41}" type="datetime1">
              <a:rPr lang="en-US" smtClean="0"/>
              <a:t>3/21/2022</a:t>
            </a:fld>
            <a:endParaRPr lang="en-US"/>
          </a:p>
        </p:txBody>
      </p:sp>
      <p:sp>
        <p:nvSpPr>
          <p:cNvPr id="5" name="Footer Placeholder 4"/>
          <p:cNvSpPr>
            <a:spLocks noGrp="1"/>
          </p:cNvSpPr>
          <p:nvPr>
            <p:ph type="ftr" sz="quarter" idx="11"/>
          </p:nvPr>
        </p:nvSpPr>
        <p:spPr/>
        <p:txBody>
          <a:bodyPr/>
          <a:lstStyle/>
          <a:p>
            <a:r>
              <a:rPr lang="en-US"/>
              <a:t>Presented by    Dr. AKHTAR JAMIL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1C28B7D-845D-4ED5-9830-AB0051028A2B}" type="datetime1">
              <a:rPr lang="en-US" smtClean="0"/>
              <a:t>3/21/2022</a:t>
            </a:fld>
            <a:endParaRPr lang="en-US"/>
          </a:p>
        </p:txBody>
      </p:sp>
      <p:sp>
        <p:nvSpPr>
          <p:cNvPr id="6" name="Footer Placeholder 5"/>
          <p:cNvSpPr>
            <a:spLocks noGrp="1"/>
          </p:cNvSpPr>
          <p:nvPr>
            <p:ph type="ftr" sz="quarter" idx="11"/>
          </p:nvPr>
        </p:nvSpPr>
        <p:spPr/>
        <p:txBody>
          <a:bodyPr/>
          <a:lstStyle/>
          <a:p>
            <a:r>
              <a:rPr lang="en-US"/>
              <a:t>Presented by    Dr. AKHTAR JAMIL </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C588C1D-2A60-4AF8-A79B-40B2CB12E16B}" type="datetime1">
              <a:rPr lang="en-US" smtClean="0"/>
              <a:t>3/21/2022</a:t>
            </a:fld>
            <a:endParaRPr lang="en-US"/>
          </a:p>
        </p:txBody>
      </p:sp>
      <p:sp>
        <p:nvSpPr>
          <p:cNvPr id="8" name="Footer Placeholder 7"/>
          <p:cNvSpPr>
            <a:spLocks noGrp="1"/>
          </p:cNvSpPr>
          <p:nvPr>
            <p:ph type="ftr" sz="quarter" idx="11"/>
          </p:nvPr>
        </p:nvSpPr>
        <p:spPr/>
        <p:txBody>
          <a:bodyPr/>
          <a:lstStyle/>
          <a:p>
            <a:r>
              <a:rPr lang="en-US"/>
              <a:t>Presented by    Dr. AKHTAR JAMIL </a:t>
            </a:r>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C4DF140-65CB-4713-B097-E725AA407EB6}" type="datetime1">
              <a:rPr lang="en-US" smtClean="0"/>
              <a:t>3/21/2022</a:t>
            </a:fld>
            <a:endParaRPr lang="en-US"/>
          </a:p>
        </p:txBody>
      </p:sp>
      <p:sp>
        <p:nvSpPr>
          <p:cNvPr id="4" name="Footer Placeholder 3"/>
          <p:cNvSpPr>
            <a:spLocks noGrp="1"/>
          </p:cNvSpPr>
          <p:nvPr>
            <p:ph type="ftr" sz="quarter" idx="11"/>
          </p:nvPr>
        </p:nvSpPr>
        <p:spPr/>
        <p:txBody>
          <a:bodyPr/>
          <a:lstStyle>
            <a:lvl1pPr>
              <a:defRPr>
                <a:solidFill>
                  <a:schemeClr val="bg1">
                    <a:lumMod val="95000"/>
                  </a:schemeClr>
                </a:solidFill>
              </a:defRPr>
            </a:lvl1pPr>
          </a:lstStyle>
          <a:p>
            <a:r>
              <a:rPr lang="en-US"/>
              <a:t>Presented by    Dr. AKHTAR JAMIL </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cxnSp>
        <p:nvCxnSpPr>
          <p:cNvPr id="8" name="Straight Connector 7"/>
          <p:cNvCxnSpPr/>
          <p:nvPr userDrawn="1"/>
        </p:nvCxnSpPr>
        <p:spPr>
          <a:xfrm>
            <a:off x="457200" y="1524000"/>
            <a:ext cx="8229600" cy="0"/>
          </a:xfrm>
          <a:prstGeom prst="line">
            <a:avLst/>
          </a:prstGeom>
          <a:ln w="19050"/>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F7D34CA-F0E1-4472-954B-D3DD7DD534AC}" type="datetime1">
              <a:rPr lang="en-US" smtClean="0"/>
              <a:t>3/21/2022</a:t>
            </a:fld>
            <a:endParaRPr lang="en-US"/>
          </a:p>
        </p:txBody>
      </p:sp>
      <p:sp>
        <p:nvSpPr>
          <p:cNvPr id="3" name="Footer Placeholder 2"/>
          <p:cNvSpPr>
            <a:spLocks noGrp="1"/>
          </p:cNvSpPr>
          <p:nvPr>
            <p:ph type="ftr" sz="quarter" idx="11"/>
          </p:nvPr>
        </p:nvSpPr>
        <p:spPr/>
        <p:txBody>
          <a:bodyPr/>
          <a:lstStyle/>
          <a:p>
            <a:r>
              <a:rPr lang="en-US"/>
              <a:t>Presented by    Dr. AKHTAR JAMIL </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E51F1B2-7C4B-4839-98CE-78D947FE2198}" type="datetime1">
              <a:rPr lang="en-US" smtClean="0"/>
              <a:t>3/21/2022</a:t>
            </a:fld>
            <a:endParaRPr lang="en-US"/>
          </a:p>
        </p:txBody>
      </p:sp>
      <p:sp>
        <p:nvSpPr>
          <p:cNvPr id="6" name="Footer Placeholder 5"/>
          <p:cNvSpPr>
            <a:spLocks noGrp="1"/>
          </p:cNvSpPr>
          <p:nvPr>
            <p:ph type="ftr" sz="quarter" idx="11"/>
          </p:nvPr>
        </p:nvSpPr>
        <p:spPr/>
        <p:txBody>
          <a:bodyPr/>
          <a:lstStyle/>
          <a:p>
            <a:r>
              <a:rPr lang="en-US"/>
              <a:t>Presented by    Dr. AKHTAR JAMIL </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087CFC7-F3D1-4495-A486-00AD0065595B}" type="datetime1">
              <a:rPr lang="en-US" smtClean="0"/>
              <a:t>3/21/2022</a:t>
            </a:fld>
            <a:endParaRPr lang="en-US"/>
          </a:p>
        </p:txBody>
      </p:sp>
      <p:sp>
        <p:nvSpPr>
          <p:cNvPr id="6" name="Footer Placeholder 5"/>
          <p:cNvSpPr>
            <a:spLocks noGrp="1"/>
          </p:cNvSpPr>
          <p:nvPr>
            <p:ph type="ftr" sz="quarter" idx="11"/>
          </p:nvPr>
        </p:nvSpPr>
        <p:spPr/>
        <p:txBody>
          <a:bodyPr/>
          <a:lstStyle/>
          <a:p>
            <a:r>
              <a:rPr lang="en-US"/>
              <a:t>Presented by    Dr. AKHTAR JAMIL </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CA6B15E-5FDF-46DC-8E0E-5524760242A1}" type="datetime1">
              <a:rPr lang="en-US" smtClean="0"/>
              <a:t>3/21/2022</a:t>
            </a:fld>
            <a:endParaRPr lang="en-US"/>
          </a:p>
        </p:txBody>
      </p:sp>
      <p:sp>
        <p:nvSpPr>
          <p:cNvPr id="5" name="Footer Placeholder 4"/>
          <p:cNvSpPr>
            <a:spLocks noGrp="1"/>
          </p:cNvSpPr>
          <p:nvPr>
            <p:ph type="ftr" sz="quarter" idx="11"/>
          </p:nvPr>
        </p:nvSpPr>
        <p:spPr/>
        <p:txBody>
          <a:bodyPr/>
          <a:lstStyle/>
          <a:p>
            <a:r>
              <a:rPr lang="en-US"/>
              <a:t>Presented by    Dr. AKHTAR JAMIL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9ABE044-66AE-4718-90FE-F01C1BD25E3B}" type="datetime1">
              <a:rPr lang="en-US" smtClean="0"/>
              <a:t>3/21/2022</a:t>
            </a:fld>
            <a:endParaRPr lang="en-US"/>
          </a:p>
        </p:txBody>
      </p:sp>
      <p:sp>
        <p:nvSpPr>
          <p:cNvPr id="5" name="Footer Placeholder 4"/>
          <p:cNvSpPr>
            <a:spLocks noGrp="1"/>
          </p:cNvSpPr>
          <p:nvPr>
            <p:ph type="ftr" sz="quarter" idx="11"/>
          </p:nvPr>
        </p:nvSpPr>
        <p:spPr/>
        <p:txBody>
          <a:bodyPr/>
          <a:lstStyle/>
          <a:p>
            <a:r>
              <a:rPr lang="en-US"/>
              <a:t>Presented by    Dr. AKHTAR JAMIL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533400"/>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828800"/>
            <a:ext cx="8229600" cy="42973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477000"/>
            <a:ext cx="2133600" cy="457200"/>
          </a:xfrm>
          <a:prstGeom prst="rect">
            <a:avLst/>
          </a:prstGeom>
        </p:spPr>
        <p:txBody>
          <a:bodyPr vert="horz" lIns="91440" tIns="45720" rIns="91440" bIns="45720" rtlCol="0" anchor="ctr"/>
          <a:lstStyle>
            <a:lvl1pPr algn="l">
              <a:defRPr sz="1200">
                <a:solidFill>
                  <a:schemeClr val="bg1">
                    <a:lumMod val="95000"/>
                  </a:schemeClr>
                </a:solidFill>
              </a:defRPr>
            </a:lvl1pPr>
          </a:lstStyle>
          <a:p>
            <a:fld id="{361CB8AC-9BC8-45BD-9A38-CCEF7595A079}" type="datetime1">
              <a:rPr lang="en-US" smtClean="0"/>
              <a:t>3/21/2022</a:t>
            </a:fld>
            <a:endParaRPr lang="en-US"/>
          </a:p>
        </p:txBody>
      </p:sp>
      <p:sp>
        <p:nvSpPr>
          <p:cNvPr id="5" name="Footer Placeholder 4"/>
          <p:cNvSpPr>
            <a:spLocks noGrp="1"/>
          </p:cNvSpPr>
          <p:nvPr>
            <p:ph type="ftr" sz="quarter" idx="3"/>
          </p:nvPr>
        </p:nvSpPr>
        <p:spPr>
          <a:xfrm>
            <a:off x="3124200" y="6477000"/>
            <a:ext cx="2895600" cy="457200"/>
          </a:xfrm>
          <a:prstGeom prst="rect">
            <a:avLst/>
          </a:prstGeom>
        </p:spPr>
        <p:txBody>
          <a:bodyPr vert="horz" lIns="91440" tIns="45720" rIns="91440" bIns="45720" rtlCol="0" anchor="ctr"/>
          <a:lstStyle>
            <a:lvl1pPr algn="ctr">
              <a:defRPr sz="1200">
                <a:solidFill>
                  <a:schemeClr val="bg1">
                    <a:lumMod val="95000"/>
                  </a:schemeClr>
                </a:solidFill>
              </a:defRPr>
            </a:lvl1pPr>
          </a:lstStyle>
          <a:p>
            <a:r>
              <a:rPr lang="en-US"/>
              <a:t>Presented by    Dr. AKHTAR JAMIL </a:t>
            </a:r>
          </a:p>
        </p:txBody>
      </p:sp>
      <p:sp>
        <p:nvSpPr>
          <p:cNvPr id="6" name="Slide Number Placeholder 5"/>
          <p:cNvSpPr>
            <a:spLocks noGrp="1"/>
          </p:cNvSpPr>
          <p:nvPr>
            <p:ph type="sldNum" sz="quarter" idx="4"/>
          </p:nvPr>
        </p:nvSpPr>
        <p:spPr>
          <a:xfrm>
            <a:off x="6553200" y="6477000"/>
            <a:ext cx="2133600" cy="457200"/>
          </a:xfrm>
          <a:prstGeom prst="rect">
            <a:avLst/>
          </a:prstGeom>
        </p:spPr>
        <p:txBody>
          <a:bodyPr vert="horz" lIns="91440" tIns="45720" rIns="91440" bIns="45720" rtlCol="0" anchor="ctr"/>
          <a:lstStyle>
            <a:lvl1pPr algn="r">
              <a:defRPr sz="1200">
                <a:solidFill>
                  <a:schemeClr val="bg1">
                    <a:lumMod val="9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3600" kern="1200">
          <a:solidFill>
            <a:schemeClr val="tx1"/>
          </a:solidFill>
          <a:latin typeface="Arial" pitchFamily="34" charset="0"/>
          <a:ea typeface="+mj-ea"/>
          <a:cs typeface="Arial" pitchFamily="34"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itchFamily="34" charset="0"/>
          <a:ea typeface="+mn-ea"/>
          <a:cs typeface="Arial"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3.wmf"/><Relationship Id="rId4"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tags" Target="../tags/tag3.xml"/><Relationship Id="rId7" Type="http://schemas.openxmlformats.org/officeDocument/2006/relationships/notesSlide" Target="../notesSlides/notesSlide3.xml"/><Relationship Id="rId12" Type="http://schemas.openxmlformats.org/officeDocument/2006/relationships/image" Target="../media/image8.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slideLayout" Target="../slideLayouts/slideLayout2.xml"/><Relationship Id="rId11" Type="http://schemas.openxmlformats.org/officeDocument/2006/relationships/image" Target="../media/image7.png"/><Relationship Id="rId5" Type="http://schemas.openxmlformats.org/officeDocument/2006/relationships/tags" Target="../tags/tag5.xml"/><Relationship Id="rId10" Type="http://schemas.openxmlformats.org/officeDocument/2006/relationships/image" Target="../media/image6.png"/><Relationship Id="rId4" Type="http://schemas.openxmlformats.org/officeDocument/2006/relationships/tags" Target="../tags/tag4.xml"/><Relationship Id="rId9" Type="http://schemas.openxmlformats.org/officeDocument/2006/relationships/image" Target="../media/image5.png"/></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tags" Target="../tags/tag8.xml"/><Relationship Id="rId7" Type="http://schemas.openxmlformats.org/officeDocument/2006/relationships/image" Target="../media/image10.png"/><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image" Target="../media/image9.png"/><Relationship Id="rId5" Type="http://schemas.openxmlformats.org/officeDocument/2006/relationships/notesSlide" Target="../notesSlides/notesSlide4.xml"/><Relationship Id="rId4"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tags" Target="../tags/tag13.xml"/><Relationship Id="rId7" Type="http://schemas.openxmlformats.org/officeDocument/2006/relationships/image" Target="../media/image16.png"/><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notesSlide" Target="../notesSlides/notesSlide6.xml"/><Relationship Id="rId5" Type="http://schemas.openxmlformats.org/officeDocument/2006/relationships/slideLayout" Target="../slideLayouts/slideLayout2.xml"/><Relationship Id="rId10" Type="http://schemas.openxmlformats.org/officeDocument/2006/relationships/image" Target="../media/image19.png"/><Relationship Id="rId4" Type="http://schemas.openxmlformats.org/officeDocument/2006/relationships/tags" Target="../tags/tag14.xml"/><Relationship Id="rId9" Type="http://schemas.openxmlformats.org/officeDocument/2006/relationships/image" Target="../media/image18.png"/></Relationships>
</file>

<file path=ppt/slides/_rels/slide10.xml.rels><?xml version="1.0" encoding="UTF-8" standalone="yes"?>
<Relationships xmlns="http://schemas.openxmlformats.org/package/2006/relationships"><Relationship Id="rId8" Type="http://schemas.openxmlformats.org/officeDocument/2006/relationships/tags" Target="../tags/tag22.xml"/><Relationship Id="rId13" Type="http://schemas.openxmlformats.org/officeDocument/2006/relationships/image" Target="../media/image22.png"/><Relationship Id="rId18" Type="http://schemas.openxmlformats.org/officeDocument/2006/relationships/image" Target="../media/image27.png"/><Relationship Id="rId3" Type="http://schemas.openxmlformats.org/officeDocument/2006/relationships/tags" Target="../tags/tag17.xml"/><Relationship Id="rId7" Type="http://schemas.openxmlformats.org/officeDocument/2006/relationships/tags" Target="../tags/tag21.xml"/><Relationship Id="rId12" Type="http://schemas.openxmlformats.org/officeDocument/2006/relationships/image" Target="../media/image21.png"/><Relationship Id="rId17" Type="http://schemas.openxmlformats.org/officeDocument/2006/relationships/image" Target="../media/image26.png"/><Relationship Id="rId2" Type="http://schemas.openxmlformats.org/officeDocument/2006/relationships/tags" Target="../tags/tag16.xml"/><Relationship Id="rId16" Type="http://schemas.openxmlformats.org/officeDocument/2006/relationships/image" Target="../media/image25.png"/><Relationship Id="rId1" Type="http://schemas.openxmlformats.org/officeDocument/2006/relationships/tags" Target="../tags/tag15.xml"/><Relationship Id="rId6" Type="http://schemas.openxmlformats.org/officeDocument/2006/relationships/tags" Target="../tags/tag20.xml"/><Relationship Id="rId11" Type="http://schemas.openxmlformats.org/officeDocument/2006/relationships/image" Target="../media/image20.png"/><Relationship Id="rId5" Type="http://schemas.openxmlformats.org/officeDocument/2006/relationships/tags" Target="../tags/tag19.xml"/><Relationship Id="rId15" Type="http://schemas.openxmlformats.org/officeDocument/2006/relationships/image" Target="../media/image24.png"/><Relationship Id="rId10" Type="http://schemas.openxmlformats.org/officeDocument/2006/relationships/notesSlide" Target="../notesSlides/notesSlide7.xml"/><Relationship Id="rId4" Type="http://schemas.openxmlformats.org/officeDocument/2006/relationships/tags" Target="../tags/tag18.xml"/><Relationship Id="rId9" Type="http://schemas.openxmlformats.org/officeDocument/2006/relationships/slideLayout" Target="../slideLayouts/slideLayout2.xml"/><Relationship Id="rId14"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23.xml"/><Relationship Id="rId5" Type="http://schemas.openxmlformats.org/officeDocument/2006/relationships/image" Target="../media/image29.png"/><Relationship Id="rId4" Type="http://schemas.openxmlformats.org/officeDocument/2006/relationships/image" Target="../media/image28.png"/></Relationships>
</file>

<file path=ppt/slides/_rels/slide1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30.w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A9B3137-4BC2-4B86-8D00-BB8F5A9893E9}" type="datetime1">
              <a:rPr lang="en-US" smtClean="0"/>
              <a:t>3/21/2022</a:t>
            </a:fld>
            <a:endParaRPr lang="en-US" dirty="0"/>
          </a:p>
        </p:txBody>
      </p:sp>
      <p:sp>
        <p:nvSpPr>
          <p:cNvPr id="5" name="Footer Placeholder 4"/>
          <p:cNvSpPr>
            <a:spLocks noGrp="1"/>
          </p:cNvSpPr>
          <p:nvPr>
            <p:ph type="ftr" sz="quarter" idx="11"/>
          </p:nvPr>
        </p:nvSpPr>
        <p:spPr/>
        <p:txBody>
          <a:bodyPr/>
          <a:lstStyle/>
          <a:p>
            <a:r>
              <a:rPr lang="en-US" dirty="0"/>
              <a:t>Presented by    Dr. AKHTAR JAMIL </a:t>
            </a:r>
          </a:p>
        </p:txBody>
      </p:sp>
      <p:sp>
        <p:nvSpPr>
          <p:cNvPr id="8" name="TextBox 7"/>
          <p:cNvSpPr txBox="1"/>
          <p:nvPr/>
        </p:nvSpPr>
        <p:spPr>
          <a:xfrm>
            <a:off x="3581400" y="928670"/>
            <a:ext cx="4953000" cy="707886"/>
          </a:xfrm>
          <a:prstGeom prst="rect">
            <a:avLst/>
          </a:prstGeom>
          <a:noFill/>
        </p:spPr>
        <p:txBody>
          <a:bodyPr wrap="square" rtlCol="0">
            <a:spAutoFit/>
          </a:bodyPr>
          <a:lstStyle/>
          <a:p>
            <a:pPr algn="r"/>
            <a:r>
              <a:rPr lang="en-US" sz="2000" b="0" i="0" dirty="0">
                <a:solidFill>
                  <a:srgbClr val="0099CC"/>
                </a:solidFill>
                <a:effectLst/>
                <a:latin typeface="arial" panose="020B0604020202020204" pitchFamily="34" charset="0"/>
              </a:rPr>
              <a:t>The National University of Computer and Emerging Sciences</a:t>
            </a:r>
            <a:endParaRPr lang="en-US" sz="2000" b="1" dirty="0">
              <a:solidFill>
                <a:srgbClr val="0099CC"/>
              </a:solidFill>
            </a:endParaRPr>
          </a:p>
        </p:txBody>
      </p:sp>
      <p:sp>
        <p:nvSpPr>
          <p:cNvPr id="9" name="AutoShape 8"/>
          <p:cNvSpPr>
            <a:spLocks noChangeArrowheads="1"/>
          </p:cNvSpPr>
          <p:nvPr/>
        </p:nvSpPr>
        <p:spPr bwMode="auto">
          <a:xfrm>
            <a:off x="876300" y="2589241"/>
            <a:ext cx="7391399" cy="838201"/>
          </a:xfrm>
          <a:prstGeom prst="roundRect">
            <a:avLst>
              <a:gd name="adj" fmla="val 16667"/>
            </a:avLst>
          </a:prstGeom>
          <a:solidFill>
            <a:srgbClr val="002060"/>
          </a:solidFill>
          <a:ln w="9525">
            <a:solidFill>
              <a:schemeClr val="tx1"/>
            </a:solidFill>
            <a:round/>
            <a:headEnd/>
            <a:tailEnd/>
          </a:ln>
          <a:effectLst>
            <a:outerShdw dist="45791" dir="3378596" algn="ctr" rotWithShape="0">
              <a:schemeClr val="bg2"/>
            </a:outerShdw>
          </a:effectLst>
        </p:spPr>
        <p:txBody>
          <a:bodyPr wrap="none" anchor="ctr"/>
          <a:lstStyle/>
          <a:p>
            <a:pPr algn="ctr">
              <a:spcBef>
                <a:spcPct val="50000"/>
              </a:spcBef>
            </a:pPr>
            <a:r>
              <a:rPr lang="en-US" sz="3200" dirty="0">
                <a:solidFill>
                  <a:schemeClr val="bg1"/>
                </a:solidFill>
              </a:rPr>
              <a:t>Support Vector Machine</a:t>
            </a:r>
          </a:p>
        </p:txBody>
      </p:sp>
      <p:sp>
        <p:nvSpPr>
          <p:cNvPr id="10" name="Text Box 10"/>
          <p:cNvSpPr txBox="1">
            <a:spLocks noChangeArrowheads="1"/>
          </p:cNvSpPr>
          <p:nvPr/>
        </p:nvSpPr>
        <p:spPr bwMode="auto">
          <a:xfrm>
            <a:off x="1028700" y="4829633"/>
            <a:ext cx="7086600" cy="861774"/>
          </a:xfrm>
          <a:prstGeom prst="rect">
            <a:avLst/>
          </a:prstGeom>
          <a:noFill/>
          <a:ln w="9525">
            <a:noFill/>
            <a:miter lim="800000"/>
            <a:headEnd/>
            <a:tailEnd/>
          </a:ln>
          <a:effectLst/>
        </p:spPr>
        <p:txBody>
          <a:bodyPr>
            <a:spAutoFit/>
          </a:bodyPr>
          <a:lstStyle/>
          <a:p>
            <a:pPr algn="ctr">
              <a:spcBef>
                <a:spcPct val="50000"/>
              </a:spcBef>
            </a:pPr>
            <a:r>
              <a:rPr lang="en-GB" sz="2000" b="1" dirty="0" err="1">
                <a:solidFill>
                  <a:srgbClr val="002060"/>
                </a:solidFill>
                <a:latin typeface="Arial" charset="0"/>
              </a:rPr>
              <a:t>Dr.</a:t>
            </a:r>
            <a:r>
              <a:rPr lang="en-GB" sz="2000" b="1" dirty="0">
                <a:solidFill>
                  <a:srgbClr val="002060"/>
                </a:solidFill>
                <a:latin typeface="Arial" charset="0"/>
              </a:rPr>
              <a:t> Akhtar Jamil</a:t>
            </a:r>
          </a:p>
          <a:p>
            <a:pPr algn="ctr">
              <a:spcBef>
                <a:spcPct val="50000"/>
              </a:spcBef>
            </a:pPr>
            <a:r>
              <a:rPr lang="en-GB" sz="2000" b="1" dirty="0">
                <a:solidFill>
                  <a:srgbClr val="002060"/>
                </a:solidFill>
                <a:latin typeface="Arial" charset="0"/>
              </a:rPr>
              <a:t>Department of Computer Science</a:t>
            </a:r>
          </a:p>
        </p:txBody>
      </p:sp>
      <p:sp>
        <p:nvSpPr>
          <p:cNvPr id="2" name="Slide Number Placeholder 1"/>
          <p:cNvSpPr>
            <a:spLocks noGrp="1"/>
          </p:cNvSpPr>
          <p:nvPr>
            <p:ph type="sldNum" sz="quarter" idx="12"/>
          </p:nvPr>
        </p:nvSpPr>
        <p:spPr/>
        <p:txBody>
          <a:bodyPr/>
          <a:lstStyle/>
          <a:p>
            <a:fld id="{B6F15528-21DE-4FAA-801E-634DDDAF4B2B}" type="slidenum">
              <a:rPr lang="en-US" smtClean="0"/>
              <a:pPr/>
              <a:t>1</a:t>
            </a:fld>
            <a:endParaRPr lang="en-US"/>
          </a:p>
        </p:txBody>
      </p:sp>
      <p:sp>
        <p:nvSpPr>
          <p:cNvPr id="3" name="TextBox 2"/>
          <p:cNvSpPr txBox="1"/>
          <p:nvPr/>
        </p:nvSpPr>
        <p:spPr>
          <a:xfrm>
            <a:off x="876300" y="3900341"/>
            <a:ext cx="7391399" cy="523220"/>
          </a:xfrm>
          <a:prstGeom prst="rect">
            <a:avLst/>
          </a:prstGeom>
          <a:noFill/>
        </p:spPr>
        <p:txBody>
          <a:bodyPr wrap="square" rtlCol="0">
            <a:spAutoFit/>
          </a:bodyPr>
          <a:lstStyle/>
          <a:p>
            <a:pPr algn="ctr"/>
            <a:r>
              <a:rPr lang="en-US" sz="2800" b="1" dirty="0"/>
              <a:t>Machine Learning for Data Science </a:t>
            </a:r>
            <a:r>
              <a:rPr lang="en-US" sz="1800" b="0" i="0" u="none" strike="noStrike" baseline="0" dirty="0">
                <a:solidFill>
                  <a:srgbClr val="000000"/>
                </a:solidFill>
                <a:latin typeface="Arial" panose="020B0604020202020204" pitchFamily="34" charset="0"/>
              </a:rPr>
              <a:t>	</a:t>
            </a:r>
          </a:p>
        </p:txBody>
      </p:sp>
      <p:pic>
        <p:nvPicPr>
          <p:cNvPr id="4098" name="Picture 2" descr="National University of Computer and Emerging Sciences - Wikipedia">
            <a:extLst>
              <a:ext uri="{FF2B5EF4-FFF2-40B4-BE49-F238E27FC236}">
                <a16:creationId xmlns:a16="http://schemas.microsoft.com/office/drawing/2014/main" id="{E0F510F5-0228-44A0-926A-4D4211F686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535802"/>
            <a:ext cx="1864889" cy="18648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99538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a:solidFill>
                  <a:srgbClr val="FF0000"/>
                </a:solidFill>
              </a:rPr>
              <a:t>Review of Previous Lecture</a:t>
            </a:r>
          </a:p>
          <a:p>
            <a:r>
              <a:rPr lang="en-US" dirty="0">
                <a:solidFill>
                  <a:srgbClr val="00B050"/>
                </a:solidFill>
              </a:rPr>
              <a:t>Today’s Lecture</a:t>
            </a:r>
          </a:p>
          <a:p>
            <a:pPr lvl="1"/>
            <a:r>
              <a:rPr lang="en-US" dirty="0"/>
              <a:t>Support Vector Machine</a:t>
            </a:r>
          </a:p>
          <a:p>
            <a:endParaRPr lang="en-US" dirty="0"/>
          </a:p>
          <a:p>
            <a:endParaRPr lang="en-US" dirty="0"/>
          </a:p>
          <a:p>
            <a:endParaRPr lang="en-US" dirty="0"/>
          </a:p>
        </p:txBody>
      </p:sp>
      <p:sp>
        <p:nvSpPr>
          <p:cNvPr id="3" name="Date Placeholder 2"/>
          <p:cNvSpPr>
            <a:spLocks noGrp="1"/>
          </p:cNvSpPr>
          <p:nvPr>
            <p:ph type="dt" sz="half" idx="10"/>
          </p:nvPr>
        </p:nvSpPr>
        <p:spPr/>
        <p:txBody>
          <a:bodyPr/>
          <a:lstStyle/>
          <a:p>
            <a:fld id="{C29C9568-9216-4D23-B81E-0FEA7F8A5D35}" type="datetime1">
              <a:rPr lang="en-US" smtClean="0"/>
              <a:t>3/21/2022</a:t>
            </a:fld>
            <a:endParaRPr lang="en-US"/>
          </a:p>
        </p:txBody>
      </p:sp>
      <p:sp>
        <p:nvSpPr>
          <p:cNvPr id="4" name="Footer Placeholder 3"/>
          <p:cNvSpPr>
            <a:spLocks noGrp="1"/>
          </p:cNvSpPr>
          <p:nvPr>
            <p:ph type="ftr" sz="quarter" idx="11"/>
          </p:nvPr>
        </p:nvSpPr>
        <p:spPr/>
        <p:txBody>
          <a:bodyPr/>
          <a:lstStyle/>
          <a:p>
            <a:r>
              <a:rPr lang="en-US"/>
              <a:t>Presented by    Dr. AKHTAR JAMIL </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2</a:t>
            </a:fld>
            <a:endParaRPr lang="en-US"/>
          </a:p>
        </p:txBody>
      </p:sp>
      <p:sp>
        <p:nvSpPr>
          <p:cNvPr id="6" name="Title 5"/>
          <p:cNvSpPr>
            <a:spLocks noGrp="1"/>
          </p:cNvSpPr>
          <p:nvPr>
            <p:ph type="title"/>
          </p:nvPr>
        </p:nvSpPr>
        <p:spPr/>
        <p:txBody>
          <a:bodyPr/>
          <a:lstStyle/>
          <a:p>
            <a:r>
              <a:rPr lang="en-US" dirty="0"/>
              <a:t>Goals</a:t>
            </a:r>
          </a:p>
        </p:txBody>
      </p:sp>
    </p:spTree>
    <p:extLst>
      <p:ext uri="{BB962C8B-B14F-4D97-AF65-F5344CB8AC3E}">
        <p14:creationId xmlns:p14="http://schemas.microsoft.com/office/powerpoint/2010/main" val="40753597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Date Placeholder 53">
            <a:extLst>
              <a:ext uri="{FF2B5EF4-FFF2-40B4-BE49-F238E27FC236}">
                <a16:creationId xmlns:a16="http://schemas.microsoft.com/office/drawing/2014/main" id="{F314612B-D072-4BC7-BAE7-35BEDA5EC7BE}"/>
              </a:ext>
            </a:extLst>
          </p:cNvPr>
          <p:cNvSpPr>
            <a:spLocks noGrp="1"/>
          </p:cNvSpPr>
          <p:nvPr>
            <p:ph type="dt" sz="half" idx="10"/>
          </p:nvPr>
        </p:nvSpPr>
        <p:spPr/>
        <p:txBody>
          <a:bodyPr/>
          <a:lstStyle/>
          <a:p>
            <a:fld id="{0F5A4409-CAF7-41C8-BB0D-084CEFB3C655}" type="datetime1">
              <a:rPr lang="en-US" altLang="zh-CN" smtClean="0"/>
              <a:t>3/21/2022</a:t>
            </a:fld>
            <a:endParaRPr lang="en-US" altLang="zh-CN"/>
          </a:p>
        </p:txBody>
      </p:sp>
      <p:sp>
        <p:nvSpPr>
          <p:cNvPr id="55" name="Slide Number Placeholder 54">
            <a:extLst>
              <a:ext uri="{FF2B5EF4-FFF2-40B4-BE49-F238E27FC236}">
                <a16:creationId xmlns:a16="http://schemas.microsoft.com/office/drawing/2014/main" id="{118B2E6A-17D4-4140-8911-286FBDB7BB40}"/>
              </a:ext>
            </a:extLst>
          </p:cNvPr>
          <p:cNvSpPr>
            <a:spLocks noGrp="1"/>
          </p:cNvSpPr>
          <p:nvPr>
            <p:ph type="sldNum" sz="quarter" idx="11"/>
          </p:nvPr>
        </p:nvSpPr>
        <p:spPr/>
        <p:txBody>
          <a:bodyPr/>
          <a:lstStyle/>
          <a:p>
            <a:fld id="{9FA605F8-949F-4D1D-AA39-F958892C9F10}" type="slidenum">
              <a:rPr lang="zh-CN" altLang="en-US"/>
              <a:pPr/>
              <a:t>3</a:t>
            </a:fld>
            <a:endParaRPr lang="en-US" altLang="zh-CN"/>
          </a:p>
        </p:txBody>
      </p:sp>
      <p:sp>
        <p:nvSpPr>
          <p:cNvPr id="285698" name="Rectangle 2">
            <a:extLst>
              <a:ext uri="{FF2B5EF4-FFF2-40B4-BE49-F238E27FC236}">
                <a16:creationId xmlns:a16="http://schemas.microsoft.com/office/drawing/2014/main" id="{31788C9C-C2F7-4862-9C22-E4E6EEBB6D68}"/>
              </a:ext>
            </a:extLst>
          </p:cNvPr>
          <p:cNvSpPr>
            <a:spLocks noGrp="1" noChangeArrowheads="1"/>
          </p:cNvSpPr>
          <p:nvPr>
            <p:ph type="title"/>
          </p:nvPr>
        </p:nvSpPr>
        <p:spPr>
          <a:xfrm>
            <a:off x="31750" y="264273"/>
            <a:ext cx="8229600" cy="838200"/>
          </a:xfrm>
        </p:spPr>
        <p:txBody>
          <a:bodyPr/>
          <a:lstStyle/>
          <a:p>
            <a:r>
              <a:rPr lang="en-US" altLang="zh-CN" dirty="0">
                <a:ea typeface="SimSun" panose="02010600030101010101" pitchFamily="2" charset="-122"/>
              </a:rPr>
              <a:t>Estimate the Margin</a:t>
            </a:r>
          </a:p>
        </p:txBody>
      </p:sp>
      <p:sp>
        <p:nvSpPr>
          <p:cNvPr id="285699" name="Rectangle 3">
            <a:extLst>
              <a:ext uri="{FF2B5EF4-FFF2-40B4-BE49-F238E27FC236}">
                <a16:creationId xmlns:a16="http://schemas.microsoft.com/office/drawing/2014/main" id="{EA84C370-F77E-4E88-AF07-BC6A3865DE5A}"/>
              </a:ext>
            </a:extLst>
          </p:cNvPr>
          <p:cNvSpPr>
            <a:spLocks noGrp="1" noChangeArrowheads="1"/>
          </p:cNvSpPr>
          <p:nvPr>
            <p:ph type="body" idx="1"/>
          </p:nvPr>
        </p:nvSpPr>
        <p:spPr>
          <a:xfrm>
            <a:off x="914400" y="4338638"/>
            <a:ext cx="8040688" cy="923925"/>
          </a:xfrm>
        </p:spPr>
        <p:txBody>
          <a:bodyPr>
            <a:normAutofit lnSpcReduction="10000"/>
          </a:bodyPr>
          <a:lstStyle/>
          <a:p>
            <a:r>
              <a:rPr lang="en-US" altLang="zh-CN" dirty="0">
                <a:ea typeface="SimSun" panose="02010600030101010101" pitchFamily="2" charset="-122"/>
              </a:rPr>
              <a:t>What is the </a:t>
            </a:r>
            <a:r>
              <a:rPr lang="en-US" altLang="zh-CN" dirty="0">
                <a:solidFill>
                  <a:srgbClr val="FF0000"/>
                </a:solidFill>
                <a:ea typeface="SimSun" panose="02010600030101010101" pitchFamily="2" charset="-122"/>
              </a:rPr>
              <a:t>distance expression </a:t>
            </a:r>
            <a:r>
              <a:rPr lang="en-US" altLang="zh-CN" dirty="0">
                <a:ea typeface="SimSun" panose="02010600030101010101" pitchFamily="2" charset="-122"/>
              </a:rPr>
              <a:t>for a point </a:t>
            </a:r>
            <a:r>
              <a:rPr lang="en-US" altLang="zh-CN" b="1" dirty="0">
                <a:ea typeface="SimSun" panose="02010600030101010101" pitchFamily="2" charset="-122"/>
              </a:rPr>
              <a:t>x</a:t>
            </a:r>
            <a:r>
              <a:rPr lang="en-US" altLang="zh-CN" dirty="0">
                <a:ea typeface="SimSun" panose="02010600030101010101" pitchFamily="2" charset="-122"/>
              </a:rPr>
              <a:t> to a line </a:t>
            </a:r>
            <a:r>
              <a:rPr lang="en-US" altLang="zh-CN" b="1" dirty="0" err="1">
                <a:ea typeface="SimSun" panose="02010600030101010101" pitchFamily="2" charset="-122"/>
              </a:rPr>
              <a:t>wx</a:t>
            </a:r>
            <a:r>
              <a:rPr lang="en-US" altLang="zh-CN" dirty="0" err="1">
                <a:ea typeface="SimSun" panose="02010600030101010101" pitchFamily="2" charset="-122"/>
              </a:rPr>
              <a:t>+b</a:t>
            </a:r>
            <a:r>
              <a:rPr lang="en-US" altLang="zh-CN" dirty="0">
                <a:ea typeface="SimSun" panose="02010600030101010101" pitchFamily="2" charset="-122"/>
              </a:rPr>
              <a:t>= 0?</a:t>
            </a:r>
          </a:p>
          <a:p>
            <a:endParaRPr lang="zh-CN" altLang="en-US" dirty="0">
              <a:ea typeface="SimSun" panose="02010600030101010101" pitchFamily="2" charset="-122"/>
            </a:endParaRPr>
          </a:p>
        </p:txBody>
      </p:sp>
      <p:sp>
        <p:nvSpPr>
          <p:cNvPr id="285700" name="Line 4">
            <a:extLst>
              <a:ext uri="{FF2B5EF4-FFF2-40B4-BE49-F238E27FC236}">
                <a16:creationId xmlns:a16="http://schemas.microsoft.com/office/drawing/2014/main" id="{2F21324E-059D-4899-BD35-4E7ADB0EBB2A}"/>
              </a:ext>
            </a:extLst>
          </p:cNvPr>
          <p:cNvSpPr>
            <a:spLocks noChangeShapeType="1"/>
          </p:cNvSpPr>
          <p:nvPr/>
        </p:nvSpPr>
        <p:spPr bwMode="auto">
          <a:xfrm rot="-3472419">
            <a:off x="1989138" y="2705100"/>
            <a:ext cx="3778250" cy="0"/>
          </a:xfrm>
          <a:prstGeom prst="line">
            <a:avLst/>
          </a:prstGeom>
          <a:noFill/>
          <a:ln w="3619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sp>
        <p:nvSpPr>
          <p:cNvPr id="285701" name="Line 5">
            <a:extLst>
              <a:ext uri="{FF2B5EF4-FFF2-40B4-BE49-F238E27FC236}">
                <a16:creationId xmlns:a16="http://schemas.microsoft.com/office/drawing/2014/main" id="{EB18EFD4-0B0D-4EE6-9FE6-A9E21D5299B3}"/>
              </a:ext>
            </a:extLst>
          </p:cNvPr>
          <p:cNvSpPr>
            <a:spLocks noChangeShapeType="1"/>
          </p:cNvSpPr>
          <p:nvPr/>
        </p:nvSpPr>
        <p:spPr bwMode="auto">
          <a:xfrm rot="-3472419">
            <a:off x="1935163" y="2705100"/>
            <a:ext cx="38862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sp>
        <p:nvSpPr>
          <p:cNvPr id="285702" name="Text Box 6">
            <a:extLst>
              <a:ext uri="{FF2B5EF4-FFF2-40B4-BE49-F238E27FC236}">
                <a16:creationId xmlns:a16="http://schemas.microsoft.com/office/drawing/2014/main" id="{13DAA774-1F28-4E56-BAAA-F6BF8CB7B996}"/>
              </a:ext>
            </a:extLst>
          </p:cNvPr>
          <p:cNvSpPr txBox="1">
            <a:spLocks noChangeArrowheads="1"/>
          </p:cNvSpPr>
          <p:nvPr/>
        </p:nvSpPr>
        <p:spPr bwMode="auto">
          <a:xfrm>
            <a:off x="1295400" y="1187450"/>
            <a:ext cx="1584325" cy="779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Clr>
                <a:schemeClr val="tx1"/>
              </a:buClr>
            </a:pPr>
            <a:r>
              <a:rPr lang="en-US" altLang="zh-CN" sz="1800">
                <a:ea typeface="SimSun" panose="02010600030101010101" pitchFamily="2" charset="-122"/>
              </a:rPr>
              <a:t>denotes +1</a:t>
            </a:r>
          </a:p>
          <a:p>
            <a:pPr algn="ctr">
              <a:spcBef>
                <a:spcPct val="50000"/>
              </a:spcBef>
              <a:buClr>
                <a:schemeClr val="tx1"/>
              </a:buClr>
            </a:pPr>
            <a:r>
              <a:rPr lang="en-US" altLang="zh-CN" sz="1800">
                <a:ea typeface="SimSun" panose="02010600030101010101" pitchFamily="2" charset="-122"/>
              </a:rPr>
              <a:t>denotes -1</a:t>
            </a:r>
          </a:p>
        </p:txBody>
      </p:sp>
      <p:sp>
        <p:nvSpPr>
          <p:cNvPr id="285703" name="Oval 7">
            <a:extLst>
              <a:ext uri="{FF2B5EF4-FFF2-40B4-BE49-F238E27FC236}">
                <a16:creationId xmlns:a16="http://schemas.microsoft.com/office/drawing/2014/main" id="{90F21ED6-4F21-4DA1-ADE1-8AF176CCEABF}"/>
              </a:ext>
            </a:extLst>
          </p:cNvPr>
          <p:cNvSpPr>
            <a:spLocks noChangeAspect="1" noChangeArrowheads="1"/>
          </p:cNvSpPr>
          <p:nvPr/>
        </p:nvSpPr>
        <p:spPr bwMode="auto">
          <a:xfrm rot="4777107">
            <a:off x="1363662" y="1289051"/>
            <a:ext cx="41275" cy="508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5704" name="Oval 8">
            <a:extLst>
              <a:ext uri="{FF2B5EF4-FFF2-40B4-BE49-F238E27FC236}">
                <a16:creationId xmlns:a16="http://schemas.microsoft.com/office/drawing/2014/main" id="{ECBE8620-4505-49CC-A08A-1FD1C34B8874}"/>
              </a:ext>
            </a:extLst>
          </p:cNvPr>
          <p:cNvSpPr>
            <a:spLocks noChangeAspect="1" noChangeArrowheads="1"/>
          </p:cNvSpPr>
          <p:nvPr/>
        </p:nvSpPr>
        <p:spPr bwMode="auto">
          <a:xfrm rot="5895381">
            <a:off x="1363662" y="1609726"/>
            <a:ext cx="34925" cy="4445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5705" name="Line 9">
            <a:extLst>
              <a:ext uri="{FF2B5EF4-FFF2-40B4-BE49-F238E27FC236}">
                <a16:creationId xmlns:a16="http://schemas.microsoft.com/office/drawing/2014/main" id="{9FD2F1BF-1D7F-4825-8278-0ED282354187}"/>
              </a:ext>
            </a:extLst>
          </p:cNvPr>
          <p:cNvSpPr>
            <a:spLocks noChangeShapeType="1"/>
          </p:cNvSpPr>
          <p:nvPr/>
        </p:nvSpPr>
        <p:spPr bwMode="auto">
          <a:xfrm flipH="1">
            <a:off x="2743200" y="838200"/>
            <a:ext cx="0" cy="3505200"/>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285706" name="Line 10">
            <a:extLst>
              <a:ext uri="{FF2B5EF4-FFF2-40B4-BE49-F238E27FC236}">
                <a16:creationId xmlns:a16="http://schemas.microsoft.com/office/drawing/2014/main" id="{B1BA4640-A3EE-4C57-A872-2185A6BE9355}"/>
              </a:ext>
            </a:extLst>
          </p:cNvPr>
          <p:cNvSpPr>
            <a:spLocks noChangeShapeType="1"/>
          </p:cNvSpPr>
          <p:nvPr/>
        </p:nvSpPr>
        <p:spPr bwMode="auto">
          <a:xfrm flipV="1">
            <a:off x="2625725" y="3743325"/>
            <a:ext cx="3041650" cy="0"/>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285707" name="Oval 11">
            <a:extLst>
              <a:ext uri="{FF2B5EF4-FFF2-40B4-BE49-F238E27FC236}">
                <a16:creationId xmlns:a16="http://schemas.microsoft.com/office/drawing/2014/main" id="{26CF3771-0E18-4CAD-82D6-D9A36B6C99A2}"/>
              </a:ext>
            </a:extLst>
          </p:cNvPr>
          <p:cNvSpPr>
            <a:spLocks noChangeAspect="1" noChangeArrowheads="1"/>
          </p:cNvSpPr>
          <p:nvPr/>
        </p:nvSpPr>
        <p:spPr bwMode="auto">
          <a:xfrm>
            <a:off x="3689350" y="3373438"/>
            <a:ext cx="50800" cy="33337"/>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5708" name="Oval 12">
            <a:extLst>
              <a:ext uri="{FF2B5EF4-FFF2-40B4-BE49-F238E27FC236}">
                <a16:creationId xmlns:a16="http://schemas.microsoft.com/office/drawing/2014/main" id="{FF6C8EEA-DEBB-46A7-9B9F-F46009C94983}"/>
              </a:ext>
            </a:extLst>
          </p:cNvPr>
          <p:cNvSpPr>
            <a:spLocks noChangeAspect="1" noChangeArrowheads="1"/>
          </p:cNvSpPr>
          <p:nvPr/>
        </p:nvSpPr>
        <p:spPr bwMode="auto">
          <a:xfrm>
            <a:off x="2665413" y="2584450"/>
            <a:ext cx="50800" cy="33338"/>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5709" name="Oval 13">
            <a:extLst>
              <a:ext uri="{FF2B5EF4-FFF2-40B4-BE49-F238E27FC236}">
                <a16:creationId xmlns:a16="http://schemas.microsoft.com/office/drawing/2014/main" id="{1502437F-D6CC-42EA-BCA7-B636C33CAD19}"/>
              </a:ext>
            </a:extLst>
          </p:cNvPr>
          <p:cNvSpPr>
            <a:spLocks noChangeAspect="1" noChangeArrowheads="1"/>
          </p:cNvSpPr>
          <p:nvPr/>
        </p:nvSpPr>
        <p:spPr bwMode="auto">
          <a:xfrm>
            <a:off x="4206875" y="1824038"/>
            <a:ext cx="50800" cy="33337"/>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5710" name="Oval 14">
            <a:extLst>
              <a:ext uri="{FF2B5EF4-FFF2-40B4-BE49-F238E27FC236}">
                <a16:creationId xmlns:a16="http://schemas.microsoft.com/office/drawing/2014/main" id="{7CAC6C7C-A4C9-47DE-856E-33EE35C89F85}"/>
              </a:ext>
            </a:extLst>
          </p:cNvPr>
          <p:cNvSpPr>
            <a:spLocks noChangeAspect="1" noChangeArrowheads="1"/>
          </p:cNvSpPr>
          <p:nvPr/>
        </p:nvSpPr>
        <p:spPr bwMode="auto">
          <a:xfrm>
            <a:off x="4260850" y="2397125"/>
            <a:ext cx="49213" cy="33338"/>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5711" name="Oval 15">
            <a:extLst>
              <a:ext uri="{FF2B5EF4-FFF2-40B4-BE49-F238E27FC236}">
                <a16:creationId xmlns:a16="http://schemas.microsoft.com/office/drawing/2014/main" id="{4812E220-E369-417C-87D9-070EE0262BA1}"/>
              </a:ext>
            </a:extLst>
          </p:cNvPr>
          <p:cNvSpPr>
            <a:spLocks noChangeAspect="1" noChangeArrowheads="1"/>
          </p:cNvSpPr>
          <p:nvPr/>
        </p:nvSpPr>
        <p:spPr bwMode="auto">
          <a:xfrm>
            <a:off x="3433763" y="1717675"/>
            <a:ext cx="50800" cy="36513"/>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5712" name="Oval 16">
            <a:extLst>
              <a:ext uri="{FF2B5EF4-FFF2-40B4-BE49-F238E27FC236}">
                <a16:creationId xmlns:a16="http://schemas.microsoft.com/office/drawing/2014/main" id="{30F23BA7-5DD4-46C9-AE36-162656B37111}"/>
              </a:ext>
            </a:extLst>
          </p:cNvPr>
          <p:cNvSpPr>
            <a:spLocks noChangeAspect="1" noChangeArrowheads="1"/>
          </p:cNvSpPr>
          <p:nvPr/>
        </p:nvSpPr>
        <p:spPr bwMode="auto">
          <a:xfrm>
            <a:off x="3830638" y="2465388"/>
            <a:ext cx="44450" cy="33337"/>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5713" name="Oval 17">
            <a:extLst>
              <a:ext uri="{FF2B5EF4-FFF2-40B4-BE49-F238E27FC236}">
                <a16:creationId xmlns:a16="http://schemas.microsoft.com/office/drawing/2014/main" id="{49DA68D3-B65B-4EF9-B6DE-4A02C98C1D9B}"/>
              </a:ext>
            </a:extLst>
          </p:cNvPr>
          <p:cNvSpPr>
            <a:spLocks noChangeAspect="1" noChangeArrowheads="1"/>
          </p:cNvSpPr>
          <p:nvPr/>
        </p:nvSpPr>
        <p:spPr bwMode="auto">
          <a:xfrm>
            <a:off x="3132138" y="2039938"/>
            <a:ext cx="50800" cy="4127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5714" name="Oval 18">
            <a:extLst>
              <a:ext uri="{FF2B5EF4-FFF2-40B4-BE49-F238E27FC236}">
                <a16:creationId xmlns:a16="http://schemas.microsoft.com/office/drawing/2014/main" id="{27E053EF-0A74-44A2-9609-C054CCE831B4}"/>
              </a:ext>
            </a:extLst>
          </p:cNvPr>
          <p:cNvSpPr>
            <a:spLocks noChangeAspect="1" noChangeArrowheads="1"/>
          </p:cNvSpPr>
          <p:nvPr/>
        </p:nvSpPr>
        <p:spPr bwMode="auto">
          <a:xfrm>
            <a:off x="4843463" y="2732088"/>
            <a:ext cx="50800" cy="349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5715" name="Oval 19">
            <a:extLst>
              <a:ext uri="{FF2B5EF4-FFF2-40B4-BE49-F238E27FC236}">
                <a16:creationId xmlns:a16="http://schemas.microsoft.com/office/drawing/2014/main" id="{4206B6F8-6D64-4AE9-9995-735FF36BAC27}"/>
              </a:ext>
            </a:extLst>
          </p:cNvPr>
          <p:cNvSpPr>
            <a:spLocks noChangeAspect="1" noChangeArrowheads="1"/>
          </p:cNvSpPr>
          <p:nvPr/>
        </p:nvSpPr>
        <p:spPr bwMode="auto">
          <a:xfrm rot="-1118274">
            <a:off x="3830638" y="2960688"/>
            <a:ext cx="46037" cy="33337"/>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5716" name="Oval 20">
            <a:extLst>
              <a:ext uri="{FF2B5EF4-FFF2-40B4-BE49-F238E27FC236}">
                <a16:creationId xmlns:a16="http://schemas.microsoft.com/office/drawing/2014/main" id="{FC002BE6-7DCC-49E6-8373-E39AA3291194}"/>
              </a:ext>
            </a:extLst>
          </p:cNvPr>
          <p:cNvSpPr>
            <a:spLocks noChangeAspect="1" noChangeArrowheads="1"/>
          </p:cNvSpPr>
          <p:nvPr/>
        </p:nvSpPr>
        <p:spPr bwMode="auto">
          <a:xfrm rot="-1118274">
            <a:off x="5591175" y="2112963"/>
            <a:ext cx="49213" cy="349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5717" name="Oval 21">
            <a:extLst>
              <a:ext uri="{FF2B5EF4-FFF2-40B4-BE49-F238E27FC236}">
                <a16:creationId xmlns:a16="http://schemas.microsoft.com/office/drawing/2014/main" id="{41C23F39-660A-43ED-B8CE-C8DB0C0DCB43}"/>
              </a:ext>
            </a:extLst>
          </p:cNvPr>
          <p:cNvSpPr>
            <a:spLocks noChangeAspect="1" noChangeArrowheads="1"/>
          </p:cNvSpPr>
          <p:nvPr/>
        </p:nvSpPr>
        <p:spPr bwMode="auto">
          <a:xfrm rot="-1118274">
            <a:off x="5002213" y="3032125"/>
            <a:ext cx="50800" cy="349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5718" name="Oval 22">
            <a:extLst>
              <a:ext uri="{FF2B5EF4-FFF2-40B4-BE49-F238E27FC236}">
                <a16:creationId xmlns:a16="http://schemas.microsoft.com/office/drawing/2014/main" id="{AF46AA78-1713-4FE2-A6D5-2C84694447EE}"/>
              </a:ext>
            </a:extLst>
          </p:cNvPr>
          <p:cNvSpPr>
            <a:spLocks noChangeAspect="1" noChangeArrowheads="1"/>
          </p:cNvSpPr>
          <p:nvPr/>
        </p:nvSpPr>
        <p:spPr bwMode="auto">
          <a:xfrm rot="-1118274">
            <a:off x="3195638" y="1720850"/>
            <a:ext cx="50800" cy="349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5719" name="Oval 23">
            <a:extLst>
              <a:ext uri="{FF2B5EF4-FFF2-40B4-BE49-F238E27FC236}">
                <a16:creationId xmlns:a16="http://schemas.microsoft.com/office/drawing/2014/main" id="{8E058FDE-8131-4C77-92AE-A2B2FEC44974}"/>
              </a:ext>
            </a:extLst>
          </p:cNvPr>
          <p:cNvSpPr>
            <a:spLocks noChangeAspect="1" noChangeArrowheads="1"/>
          </p:cNvSpPr>
          <p:nvPr/>
        </p:nvSpPr>
        <p:spPr bwMode="auto">
          <a:xfrm rot="-1118274">
            <a:off x="4516438" y="2360613"/>
            <a:ext cx="50800" cy="36512"/>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5720" name="Oval 24">
            <a:extLst>
              <a:ext uri="{FF2B5EF4-FFF2-40B4-BE49-F238E27FC236}">
                <a16:creationId xmlns:a16="http://schemas.microsoft.com/office/drawing/2014/main" id="{D7E89BEF-4ACF-4C08-97C2-A1BB537EAD36}"/>
              </a:ext>
            </a:extLst>
          </p:cNvPr>
          <p:cNvSpPr>
            <a:spLocks noChangeAspect="1" noChangeArrowheads="1"/>
          </p:cNvSpPr>
          <p:nvPr/>
        </p:nvSpPr>
        <p:spPr bwMode="auto">
          <a:xfrm rot="-1118274">
            <a:off x="5476875" y="2997200"/>
            <a:ext cx="50800" cy="33338"/>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5721" name="Oval 25">
            <a:extLst>
              <a:ext uri="{FF2B5EF4-FFF2-40B4-BE49-F238E27FC236}">
                <a16:creationId xmlns:a16="http://schemas.microsoft.com/office/drawing/2014/main" id="{075F7F3E-605F-4EA8-A3AA-0AD2067FE643}"/>
              </a:ext>
            </a:extLst>
          </p:cNvPr>
          <p:cNvSpPr>
            <a:spLocks noChangeAspect="1" noChangeArrowheads="1"/>
          </p:cNvSpPr>
          <p:nvPr/>
        </p:nvSpPr>
        <p:spPr bwMode="auto">
          <a:xfrm rot="-1118274">
            <a:off x="3187700" y="2400300"/>
            <a:ext cx="50800" cy="33338"/>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5722" name="Oval 26">
            <a:extLst>
              <a:ext uri="{FF2B5EF4-FFF2-40B4-BE49-F238E27FC236}">
                <a16:creationId xmlns:a16="http://schemas.microsoft.com/office/drawing/2014/main" id="{5D7A0765-F809-4036-BA8C-FC327149F400}"/>
              </a:ext>
            </a:extLst>
          </p:cNvPr>
          <p:cNvSpPr>
            <a:spLocks noChangeAspect="1" noChangeArrowheads="1"/>
          </p:cNvSpPr>
          <p:nvPr/>
        </p:nvSpPr>
        <p:spPr bwMode="auto">
          <a:xfrm rot="5895381">
            <a:off x="3817144" y="1989932"/>
            <a:ext cx="33337" cy="4445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5723" name="Oval 27">
            <a:extLst>
              <a:ext uri="{FF2B5EF4-FFF2-40B4-BE49-F238E27FC236}">
                <a16:creationId xmlns:a16="http://schemas.microsoft.com/office/drawing/2014/main" id="{ED78F9FA-26AF-46AD-A063-D39A567D4295}"/>
              </a:ext>
            </a:extLst>
          </p:cNvPr>
          <p:cNvSpPr>
            <a:spLocks noChangeAspect="1" noChangeArrowheads="1"/>
          </p:cNvSpPr>
          <p:nvPr/>
        </p:nvSpPr>
        <p:spPr bwMode="auto">
          <a:xfrm rot="5895381">
            <a:off x="4040981" y="3515519"/>
            <a:ext cx="39688" cy="508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5724" name="Oval 28">
            <a:extLst>
              <a:ext uri="{FF2B5EF4-FFF2-40B4-BE49-F238E27FC236}">
                <a16:creationId xmlns:a16="http://schemas.microsoft.com/office/drawing/2014/main" id="{F5EC68EF-772D-488F-8303-29BFC1DBBB0F}"/>
              </a:ext>
            </a:extLst>
          </p:cNvPr>
          <p:cNvSpPr>
            <a:spLocks noChangeAspect="1" noChangeArrowheads="1"/>
          </p:cNvSpPr>
          <p:nvPr/>
        </p:nvSpPr>
        <p:spPr bwMode="auto">
          <a:xfrm rot="5895381">
            <a:off x="3191669" y="2717007"/>
            <a:ext cx="33337" cy="508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5725" name="Oval 29">
            <a:extLst>
              <a:ext uri="{FF2B5EF4-FFF2-40B4-BE49-F238E27FC236}">
                <a16:creationId xmlns:a16="http://schemas.microsoft.com/office/drawing/2014/main" id="{DA8A6CBA-3037-4B7A-91D9-12FBEB18EF8C}"/>
              </a:ext>
            </a:extLst>
          </p:cNvPr>
          <p:cNvSpPr>
            <a:spLocks noChangeAspect="1" noChangeArrowheads="1"/>
          </p:cNvSpPr>
          <p:nvPr/>
        </p:nvSpPr>
        <p:spPr bwMode="auto">
          <a:xfrm rot="5895381">
            <a:off x="4213225" y="1525588"/>
            <a:ext cx="33337" cy="46038"/>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5726" name="Oval 30">
            <a:extLst>
              <a:ext uri="{FF2B5EF4-FFF2-40B4-BE49-F238E27FC236}">
                <a16:creationId xmlns:a16="http://schemas.microsoft.com/office/drawing/2014/main" id="{26DB8CF1-650B-49F2-84C3-5456ED143F3C}"/>
              </a:ext>
            </a:extLst>
          </p:cNvPr>
          <p:cNvSpPr>
            <a:spLocks noChangeAspect="1" noChangeArrowheads="1"/>
          </p:cNvSpPr>
          <p:nvPr/>
        </p:nvSpPr>
        <p:spPr bwMode="auto">
          <a:xfrm rot="5895381">
            <a:off x="5013325" y="2747963"/>
            <a:ext cx="41275" cy="508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5727" name="Oval 31">
            <a:extLst>
              <a:ext uri="{FF2B5EF4-FFF2-40B4-BE49-F238E27FC236}">
                <a16:creationId xmlns:a16="http://schemas.microsoft.com/office/drawing/2014/main" id="{C904CE8A-97A8-4253-B05E-F88A9E30DB1F}"/>
              </a:ext>
            </a:extLst>
          </p:cNvPr>
          <p:cNvSpPr>
            <a:spLocks noChangeAspect="1" noChangeArrowheads="1"/>
          </p:cNvSpPr>
          <p:nvPr/>
        </p:nvSpPr>
        <p:spPr bwMode="auto">
          <a:xfrm rot="5895381">
            <a:off x="4235450" y="2703513"/>
            <a:ext cx="33337" cy="46038"/>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5728" name="Oval 32">
            <a:extLst>
              <a:ext uri="{FF2B5EF4-FFF2-40B4-BE49-F238E27FC236}">
                <a16:creationId xmlns:a16="http://schemas.microsoft.com/office/drawing/2014/main" id="{A68F83AC-9C7A-4B3A-9F69-FD99E1F06C5E}"/>
              </a:ext>
            </a:extLst>
          </p:cNvPr>
          <p:cNvSpPr>
            <a:spLocks noChangeAspect="1" noChangeArrowheads="1"/>
          </p:cNvSpPr>
          <p:nvPr/>
        </p:nvSpPr>
        <p:spPr bwMode="auto">
          <a:xfrm rot="5895381">
            <a:off x="5274469" y="2204244"/>
            <a:ext cx="33338" cy="4445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5729" name="Oval 33">
            <a:extLst>
              <a:ext uri="{FF2B5EF4-FFF2-40B4-BE49-F238E27FC236}">
                <a16:creationId xmlns:a16="http://schemas.microsoft.com/office/drawing/2014/main" id="{8B91F784-7E15-4472-866D-D403E7DE8DC0}"/>
              </a:ext>
            </a:extLst>
          </p:cNvPr>
          <p:cNvSpPr>
            <a:spLocks noChangeAspect="1" noChangeArrowheads="1"/>
          </p:cNvSpPr>
          <p:nvPr/>
        </p:nvSpPr>
        <p:spPr bwMode="auto">
          <a:xfrm rot="5895381">
            <a:off x="3169444" y="1491457"/>
            <a:ext cx="33337" cy="508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5730" name="Oval 34">
            <a:extLst>
              <a:ext uri="{FF2B5EF4-FFF2-40B4-BE49-F238E27FC236}">
                <a16:creationId xmlns:a16="http://schemas.microsoft.com/office/drawing/2014/main" id="{B1B99574-3F10-4400-AEE2-47483C44473D}"/>
              </a:ext>
            </a:extLst>
          </p:cNvPr>
          <p:cNvSpPr>
            <a:spLocks noChangeAspect="1" noChangeArrowheads="1"/>
          </p:cNvSpPr>
          <p:nvPr/>
        </p:nvSpPr>
        <p:spPr bwMode="auto">
          <a:xfrm rot="5895381">
            <a:off x="4976019" y="2140744"/>
            <a:ext cx="33338" cy="4445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5731" name="Oval 35">
            <a:extLst>
              <a:ext uri="{FF2B5EF4-FFF2-40B4-BE49-F238E27FC236}">
                <a16:creationId xmlns:a16="http://schemas.microsoft.com/office/drawing/2014/main" id="{C19544DE-B4C4-4DC3-833C-71297FB60BF6}"/>
              </a:ext>
            </a:extLst>
          </p:cNvPr>
          <p:cNvSpPr>
            <a:spLocks noChangeAspect="1" noChangeArrowheads="1"/>
          </p:cNvSpPr>
          <p:nvPr/>
        </p:nvSpPr>
        <p:spPr bwMode="auto">
          <a:xfrm rot="5895381">
            <a:off x="4858544" y="3150394"/>
            <a:ext cx="39688" cy="4445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5732" name="Oval 36">
            <a:extLst>
              <a:ext uri="{FF2B5EF4-FFF2-40B4-BE49-F238E27FC236}">
                <a16:creationId xmlns:a16="http://schemas.microsoft.com/office/drawing/2014/main" id="{A64603E0-3DD8-426D-BEAA-440943FD67CB}"/>
              </a:ext>
            </a:extLst>
          </p:cNvPr>
          <p:cNvSpPr>
            <a:spLocks noChangeAspect="1" noChangeArrowheads="1"/>
          </p:cNvSpPr>
          <p:nvPr/>
        </p:nvSpPr>
        <p:spPr bwMode="auto">
          <a:xfrm rot="4777107">
            <a:off x="3510756" y="2323307"/>
            <a:ext cx="41275" cy="49212"/>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5733" name="Oval 37">
            <a:extLst>
              <a:ext uri="{FF2B5EF4-FFF2-40B4-BE49-F238E27FC236}">
                <a16:creationId xmlns:a16="http://schemas.microsoft.com/office/drawing/2014/main" id="{56008536-F0CC-400F-ACE4-7B8B8501D1E4}"/>
              </a:ext>
            </a:extLst>
          </p:cNvPr>
          <p:cNvSpPr>
            <a:spLocks noChangeAspect="1" noChangeArrowheads="1"/>
          </p:cNvSpPr>
          <p:nvPr/>
        </p:nvSpPr>
        <p:spPr bwMode="auto">
          <a:xfrm rot="4777107">
            <a:off x="4469606" y="3525044"/>
            <a:ext cx="33338" cy="4445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5734" name="Oval 38">
            <a:extLst>
              <a:ext uri="{FF2B5EF4-FFF2-40B4-BE49-F238E27FC236}">
                <a16:creationId xmlns:a16="http://schemas.microsoft.com/office/drawing/2014/main" id="{BEB72671-7570-4DA8-ACA7-1A2C4020DEFF}"/>
              </a:ext>
            </a:extLst>
          </p:cNvPr>
          <p:cNvSpPr>
            <a:spLocks noChangeAspect="1" noChangeArrowheads="1"/>
          </p:cNvSpPr>
          <p:nvPr/>
        </p:nvSpPr>
        <p:spPr bwMode="auto">
          <a:xfrm rot="4777107">
            <a:off x="4215606" y="3258344"/>
            <a:ext cx="33338" cy="4445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5735" name="Oval 39">
            <a:extLst>
              <a:ext uri="{FF2B5EF4-FFF2-40B4-BE49-F238E27FC236}">
                <a16:creationId xmlns:a16="http://schemas.microsoft.com/office/drawing/2014/main" id="{51AC9E8E-D899-4D90-ABA4-E647117A1E20}"/>
              </a:ext>
            </a:extLst>
          </p:cNvPr>
          <p:cNvSpPr>
            <a:spLocks noChangeAspect="1" noChangeArrowheads="1"/>
          </p:cNvSpPr>
          <p:nvPr/>
        </p:nvSpPr>
        <p:spPr bwMode="auto">
          <a:xfrm rot="4777107">
            <a:off x="2944812" y="2463801"/>
            <a:ext cx="41275" cy="4445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5736" name="Oval 40">
            <a:extLst>
              <a:ext uri="{FF2B5EF4-FFF2-40B4-BE49-F238E27FC236}">
                <a16:creationId xmlns:a16="http://schemas.microsoft.com/office/drawing/2014/main" id="{10B1471B-4473-497C-BA3D-57B1A1F964A5}"/>
              </a:ext>
            </a:extLst>
          </p:cNvPr>
          <p:cNvSpPr>
            <a:spLocks noChangeAspect="1" noChangeArrowheads="1"/>
          </p:cNvSpPr>
          <p:nvPr/>
        </p:nvSpPr>
        <p:spPr bwMode="auto">
          <a:xfrm rot="4777107">
            <a:off x="3689350" y="1793876"/>
            <a:ext cx="34925" cy="4445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5737" name="Oval 41">
            <a:extLst>
              <a:ext uri="{FF2B5EF4-FFF2-40B4-BE49-F238E27FC236}">
                <a16:creationId xmlns:a16="http://schemas.microsoft.com/office/drawing/2014/main" id="{9C37A372-07BC-48CB-89A5-45E167B06820}"/>
              </a:ext>
            </a:extLst>
          </p:cNvPr>
          <p:cNvSpPr>
            <a:spLocks noChangeAspect="1" noChangeArrowheads="1"/>
          </p:cNvSpPr>
          <p:nvPr/>
        </p:nvSpPr>
        <p:spPr bwMode="auto">
          <a:xfrm rot="4777107">
            <a:off x="4224337" y="2901951"/>
            <a:ext cx="34925" cy="508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5738" name="Oval 42">
            <a:extLst>
              <a:ext uri="{FF2B5EF4-FFF2-40B4-BE49-F238E27FC236}">
                <a16:creationId xmlns:a16="http://schemas.microsoft.com/office/drawing/2014/main" id="{6E4CE530-02AE-4C6B-833F-25412BF92C68}"/>
              </a:ext>
            </a:extLst>
          </p:cNvPr>
          <p:cNvSpPr>
            <a:spLocks noChangeAspect="1" noChangeArrowheads="1"/>
          </p:cNvSpPr>
          <p:nvPr/>
        </p:nvSpPr>
        <p:spPr bwMode="auto">
          <a:xfrm rot="4777107">
            <a:off x="2684462" y="2006601"/>
            <a:ext cx="41275" cy="508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5739" name="Oval 43">
            <a:extLst>
              <a:ext uri="{FF2B5EF4-FFF2-40B4-BE49-F238E27FC236}">
                <a16:creationId xmlns:a16="http://schemas.microsoft.com/office/drawing/2014/main" id="{0CE48A13-F965-48BE-B28E-D647D51612D3}"/>
              </a:ext>
            </a:extLst>
          </p:cNvPr>
          <p:cNvSpPr>
            <a:spLocks noChangeAspect="1" noChangeArrowheads="1"/>
          </p:cNvSpPr>
          <p:nvPr/>
        </p:nvSpPr>
        <p:spPr bwMode="auto">
          <a:xfrm rot="4777107">
            <a:off x="3876675" y="3379788"/>
            <a:ext cx="38100" cy="508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5740" name="Oval 44">
            <a:extLst>
              <a:ext uri="{FF2B5EF4-FFF2-40B4-BE49-F238E27FC236}">
                <a16:creationId xmlns:a16="http://schemas.microsoft.com/office/drawing/2014/main" id="{336360C5-4CE9-44E5-B379-80F9696D31CC}"/>
              </a:ext>
            </a:extLst>
          </p:cNvPr>
          <p:cNvSpPr>
            <a:spLocks noChangeAspect="1" noChangeArrowheads="1"/>
          </p:cNvSpPr>
          <p:nvPr/>
        </p:nvSpPr>
        <p:spPr bwMode="auto">
          <a:xfrm rot="4777107">
            <a:off x="5012531" y="3175795"/>
            <a:ext cx="34925" cy="49212"/>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5741" name="Line 45">
            <a:extLst>
              <a:ext uri="{FF2B5EF4-FFF2-40B4-BE49-F238E27FC236}">
                <a16:creationId xmlns:a16="http://schemas.microsoft.com/office/drawing/2014/main" id="{8AA3A02C-75C4-448C-9D76-3B159CDEDD49}"/>
              </a:ext>
            </a:extLst>
          </p:cNvPr>
          <p:cNvSpPr>
            <a:spLocks noChangeShapeType="1"/>
          </p:cNvSpPr>
          <p:nvPr/>
        </p:nvSpPr>
        <p:spPr bwMode="auto">
          <a:xfrm>
            <a:off x="3200400" y="2057400"/>
            <a:ext cx="762000" cy="457200"/>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sp>
        <p:nvSpPr>
          <p:cNvPr id="285742" name="Text Box 46">
            <a:extLst>
              <a:ext uri="{FF2B5EF4-FFF2-40B4-BE49-F238E27FC236}">
                <a16:creationId xmlns:a16="http://schemas.microsoft.com/office/drawing/2014/main" id="{D2C3473A-34C7-4751-820A-F8F7A0EE48A4}"/>
              </a:ext>
            </a:extLst>
          </p:cNvPr>
          <p:cNvSpPr txBox="1">
            <a:spLocks noChangeArrowheads="1"/>
          </p:cNvSpPr>
          <p:nvPr/>
        </p:nvSpPr>
        <p:spPr bwMode="auto">
          <a:xfrm>
            <a:off x="2971800" y="1676400"/>
            <a:ext cx="457200"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
                <a:schemeClr val="tx1"/>
              </a:buClr>
            </a:pPr>
            <a:r>
              <a:rPr lang="en-US" altLang="zh-CN" sz="2000" b="1">
                <a:ea typeface="SimSun" panose="02010600030101010101" pitchFamily="2" charset="-122"/>
              </a:rPr>
              <a:t>x</a:t>
            </a:r>
          </a:p>
        </p:txBody>
      </p:sp>
      <p:sp>
        <p:nvSpPr>
          <p:cNvPr id="285743" name="Text Box 47">
            <a:extLst>
              <a:ext uri="{FF2B5EF4-FFF2-40B4-BE49-F238E27FC236}">
                <a16:creationId xmlns:a16="http://schemas.microsoft.com/office/drawing/2014/main" id="{1A812574-AF37-458D-8A82-0F2A31FB98FA}"/>
              </a:ext>
            </a:extLst>
          </p:cNvPr>
          <p:cNvSpPr txBox="1">
            <a:spLocks noChangeArrowheads="1"/>
          </p:cNvSpPr>
          <p:nvPr/>
        </p:nvSpPr>
        <p:spPr bwMode="auto">
          <a:xfrm>
            <a:off x="5257800" y="1447800"/>
            <a:ext cx="20574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Clr>
                <a:schemeClr val="tx1"/>
              </a:buClr>
            </a:pPr>
            <a:r>
              <a:rPr lang="en-US" altLang="zh-CN" sz="2800" b="1">
                <a:ea typeface="SimSun" panose="02010600030101010101" pitchFamily="2" charset="-122"/>
              </a:rPr>
              <a:t>wx </a:t>
            </a:r>
            <a:r>
              <a:rPr lang="en-US" altLang="zh-CN" sz="2800">
                <a:ea typeface="SimSun" panose="02010600030101010101" pitchFamily="2" charset="-122"/>
              </a:rPr>
              <a:t>+b = 0</a:t>
            </a:r>
          </a:p>
        </p:txBody>
      </p:sp>
      <p:graphicFrame>
        <p:nvGraphicFramePr>
          <p:cNvPr id="285744" name="Object 48">
            <a:extLst>
              <a:ext uri="{FF2B5EF4-FFF2-40B4-BE49-F238E27FC236}">
                <a16:creationId xmlns:a16="http://schemas.microsoft.com/office/drawing/2014/main" id="{7A831EFF-B906-47F3-B4DE-22DD64449B78}"/>
              </a:ext>
            </a:extLst>
          </p:cNvPr>
          <p:cNvGraphicFramePr>
            <a:graphicFrameLocks noChangeAspect="1"/>
          </p:cNvGraphicFramePr>
          <p:nvPr/>
        </p:nvGraphicFramePr>
        <p:xfrm>
          <a:off x="2527300" y="5213350"/>
          <a:ext cx="3784600" cy="1209675"/>
        </p:xfrm>
        <a:graphic>
          <a:graphicData uri="http://schemas.openxmlformats.org/presentationml/2006/ole">
            <mc:AlternateContent xmlns:mc="http://schemas.openxmlformats.org/markup-compatibility/2006">
              <mc:Choice xmlns:v="urn:schemas-microsoft-com:vml" Requires="v">
                <p:oleObj spid="_x0000_s1073" name="Equation" r:id="rId4" imgW="1549080" imgH="495000" progId="Equation.DSMT4">
                  <p:embed/>
                </p:oleObj>
              </mc:Choice>
              <mc:Fallback>
                <p:oleObj name="Equation" r:id="rId4" imgW="1549080" imgH="495000" progId="Equation.DSMT4">
                  <p:embed/>
                  <p:pic>
                    <p:nvPicPr>
                      <p:cNvPr id="285744" name="Object 48">
                        <a:extLst>
                          <a:ext uri="{FF2B5EF4-FFF2-40B4-BE49-F238E27FC236}">
                            <a16:creationId xmlns:a16="http://schemas.microsoft.com/office/drawing/2014/main" id="{7A831EFF-B906-47F3-B4DE-22DD64449B7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27300" y="5213350"/>
                        <a:ext cx="3784600" cy="1209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5745" name="Line 49">
            <a:extLst>
              <a:ext uri="{FF2B5EF4-FFF2-40B4-BE49-F238E27FC236}">
                <a16:creationId xmlns:a16="http://schemas.microsoft.com/office/drawing/2014/main" id="{E4DECFB0-9FF1-439B-8415-CD535576DB35}"/>
              </a:ext>
            </a:extLst>
          </p:cNvPr>
          <p:cNvSpPr>
            <a:spLocks noChangeShapeType="1"/>
          </p:cNvSpPr>
          <p:nvPr/>
        </p:nvSpPr>
        <p:spPr bwMode="auto">
          <a:xfrm flipH="1">
            <a:off x="4267200" y="1752600"/>
            <a:ext cx="1143000" cy="3810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sp>
        <p:nvSpPr>
          <p:cNvPr id="285746" name="Text Box 50">
            <a:extLst>
              <a:ext uri="{FF2B5EF4-FFF2-40B4-BE49-F238E27FC236}">
                <a16:creationId xmlns:a16="http://schemas.microsoft.com/office/drawing/2014/main" id="{17C1DFF6-4044-4E6D-8695-92928C4A4DC2}"/>
              </a:ext>
            </a:extLst>
          </p:cNvPr>
          <p:cNvSpPr txBox="1">
            <a:spLocks noChangeArrowheads="1"/>
          </p:cNvSpPr>
          <p:nvPr/>
        </p:nvSpPr>
        <p:spPr bwMode="auto">
          <a:xfrm>
            <a:off x="6477000" y="2362200"/>
            <a:ext cx="2438400" cy="1323975"/>
          </a:xfrm>
          <a:prstGeom prst="rect">
            <a:avLst/>
          </a:prstGeom>
          <a:noFill/>
          <a:ln w="12700" algn="ctr">
            <a:solidFill>
              <a:schemeClr val="tx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2400">
                <a:solidFill>
                  <a:schemeClr val="tx1"/>
                </a:solidFill>
                <a:latin typeface="Arial" panose="020B0604020202020204" pitchFamily="34" charset="0"/>
              </a:defRPr>
            </a:lvl1pPr>
            <a:lvl2pPr>
              <a:defRPr sz="2400">
                <a:solidFill>
                  <a:schemeClr val="tx1"/>
                </a:solidFill>
                <a:latin typeface="Arial" panose="020B0604020202020204" pitchFamily="34" charset="0"/>
              </a:defRPr>
            </a:lvl2pPr>
            <a:lvl3pPr>
              <a:defRPr sz="2400">
                <a:solidFill>
                  <a:schemeClr val="tx1"/>
                </a:solidFill>
                <a:latin typeface="Arial" panose="020B0604020202020204" pitchFamily="34" charset="0"/>
              </a:defRPr>
            </a:lvl3pPr>
            <a:lvl4pPr>
              <a:defRPr sz="2400">
                <a:solidFill>
                  <a:schemeClr val="tx1"/>
                </a:solidFill>
                <a:latin typeface="Arial" panose="020B0604020202020204" pitchFamily="34" charset="0"/>
              </a:defRPr>
            </a:lvl4pPr>
            <a:lvl5pPr>
              <a:defRPr sz="2400">
                <a:solidFill>
                  <a:schemeClr val="tx1"/>
                </a:solidFill>
                <a:latin typeface="Arial" panose="020B0604020202020204" pitchFamily="34" charset="0"/>
              </a:defRPr>
            </a:lvl5pPr>
            <a:lvl6pPr fontAlgn="base">
              <a:spcBef>
                <a:spcPct val="0"/>
              </a:spcBef>
              <a:spcAft>
                <a:spcPct val="0"/>
              </a:spcAft>
              <a:defRPr sz="2400">
                <a:solidFill>
                  <a:schemeClr val="tx1"/>
                </a:solidFill>
                <a:latin typeface="Arial" panose="020B0604020202020204" pitchFamily="34" charset="0"/>
              </a:defRPr>
            </a:lvl6pPr>
            <a:lvl7pPr fontAlgn="base">
              <a:spcBef>
                <a:spcPct val="0"/>
              </a:spcBef>
              <a:spcAft>
                <a:spcPct val="0"/>
              </a:spcAft>
              <a:defRPr sz="2400">
                <a:solidFill>
                  <a:schemeClr val="tx1"/>
                </a:solidFill>
                <a:latin typeface="Arial" panose="020B0604020202020204" pitchFamily="34" charset="0"/>
              </a:defRPr>
            </a:lvl7pPr>
            <a:lvl8pPr fontAlgn="base">
              <a:spcBef>
                <a:spcPct val="0"/>
              </a:spcBef>
              <a:spcAft>
                <a:spcPct val="0"/>
              </a:spcAft>
              <a:defRPr sz="2400">
                <a:solidFill>
                  <a:schemeClr val="tx1"/>
                </a:solidFill>
                <a:latin typeface="Arial" panose="020B0604020202020204" pitchFamily="34" charset="0"/>
              </a:defRPr>
            </a:lvl8pPr>
            <a:lvl9pPr fontAlgn="base">
              <a:spcBef>
                <a:spcPct val="0"/>
              </a:spcBef>
              <a:spcAft>
                <a:spcPct val="0"/>
              </a:spcAft>
              <a:defRPr sz="2400">
                <a:solidFill>
                  <a:schemeClr val="tx1"/>
                </a:solidFill>
                <a:latin typeface="Arial" panose="020B0604020202020204" pitchFamily="34" charset="0"/>
              </a:defRPr>
            </a:lvl9pPr>
          </a:lstStyle>
          <a:p>
            <a:pPr>
              <a:spcBef>
                <a:spcPct val="50000"/>
              </a:spcBef>
              <a:buClr>
                <a:schemeClr val="tx1"/>
              </a:buClr>
            </a:pPr>
            <a:r>
              <a:rPr lang="en-US" altLang="zh-CN" sz="2000" b="1">
                <a:latin typeface="Tahoma" panose="020B0604030504040204" pitchFamily="34" charset="0"/>
                <a:ea typeface="SimSun" panose="02010600030101010101" pitchFamily="2" charset="-122"/>
              </a:rPr>
              <a:t>X</a:t>
            </a:r>
            <a:r>
              <a:rPr lang="en-US" altLang="zh-CN" sz="2000">
                <a:latin typeface="Tahoma" panose="020B0604030504040204" pitchFamily="34" charset="0"/>
                <a:ea typeface="SimSun" panose="02010600030101010101" pitchFamily="2" charset="-122"/>
              </a:rPr>
              <a:t> – Vector</a:t>
            </a:r>
          </a:p>
          <a:p>
            <a:pPr>
              <a:spcBef>
                <a:spcPct val="50000"/>
              </a:spcBef>
              <a:buClr>
                <a:schemeClr val="tx1"/>
              </a:buClr>
            </a:pPr>
            <a:r>
              <a:rPr lang="en-US" altLang="zh-CN" sz="2000" b="1">
                <a:latin typeface="Tahoma" panose="020B0604030504040204" pitchFamily="34" charset="0"/>
                <a:ea typeface="SimSun" panose="02010600030101010101" pitchFamily="2" charset="-122"/>
              </a:rPr>
              <a:t>W</a:t>
            </a:r>
            <a:r>
              <a:rPr lang="en-US" altLang="zh-CN" sz="2000">
                <a:latin typeface="Tahoma" panose="020B0604030504040204" pitchFamily="34" charset="0"/>
                <a:ea typeface="SimSun" panose="02010600030101010101" pitchFamily="2" charset="-122"/>
              </a:rPr>
              <a:t> – Normal Vector</a:t>
            </a:r>
          </a:p>
          <a:p>
            <a:pPr>
              <a:spcBef>
                <a:spcPct val="50000"/>
              </a:spcBef>
              <a:buClr>
                <a:schemeClr val="tx1"/>
              </a:buClr>
            </a:pPr>
            <a:r>
              <a:rPr lang="en-US" altLang="zh-CN" sz="2000">
                <a:latin typeface="Tahoma" panose="020B0604030504040204" pitchFamily="34" charset="0"/>
                <a:ea typeface="SimSun" panose="02010600030101010101" pitchFamily="2" charset="-122"/>
              </a:rPr>
              <a:t>b  – Scale Value</a:t>
            </a:r>
          </a:p>
        </p:txBody>
      </p:sp>
      <p:sp>
        <p:nvSpPr>
          <p:cNvPr id="285747" name="Line 51">
            <a:extLst>
              <a:ext uri="{FF2B5EF4-FFF2-40B4-BE49-F238E27FC236}">
                <a16:creationId xmlns:a16="http://schemas.microsoft.com/office/drawing/2014/main" id="{2F758C6C-2F96-41BD-AECC-75AFF71CCCCF}"/>
              </a:ext>
            </a:extLst>
          </p:cNvPr>
          <p:cNvSpPr>
            <a:spLocks noChangeShapeType="1"/>
          </p:cNvSpPr>
          <p:nvPr/>
        </p:nvSpPr>
        <p:spPr bwMode="auto">
          <a:xfrm flipH="1" flipV="1">
            <a:off x="1447800" y="2743200"/>
            <a:ext cx="1295400" cy="990600"/>
          </a:xfrm>
          <a:prstGeom prst="line">
            <a:avLst/>
          </a:prstGeom>
          <a:noFill/>
          <a:ln w="381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sp>
        <p:nvSpPr>
          <p:cNvPr id="285748" name="Line 52">
            <a:extLst>
              <a:ext uri="{FF2B5EF4-FFF2-40B4-BE49-F238E27FC236}">
                <a16:creationId xmlns:a16="http://schemas.microsoft.com/office/drawing/2014/main" id="{CA92E4AF-E695-4C73-92B1-36B8228B63B2}"/>
              </a:ext>
            </a:extLst>
          </p:cNvPr>
          <p:cNvSpPr>
            <a:spLocks noChangeShapeType="1"/>
          </p:cNvSpPr>
          <p:nvPr/>
        </p:nvSpPr>
        <p:spPr bwMode="auto">
          <a:xfrm>
            <a:off x="2743200" y="3733800"/>
            <a:ext cx="381000" cy="304800"/>
          </a:xfrm>
          <a:prstGeom prst="line">
            <a:avLst/>
          </a:prstGeom>
          <a:noFill/>
          <a:ln w="38100">
            <a:solidFill>
              <a:schemeClr val="tx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sp>
        <p:nvSpPr>
          <p:cNvPr id="285749" name="Text Box 53">
            <a:extLst>
              <a:ext uri="{FF2B5EF4-FFF2-40B4-BE49-F238E27FC236}">
                <a16:creationId xmlns:a16="http://schemas.microsoft.com/office/drawing/2014/main" id="{EDAA239E-9397-4808-81EF-EBB9A1F4854A}"/>
              </a:ext>
            </a:extLst>
          </p:cNvPr>
          <p:cNvSpPr txBox="1">
            <a:spLocks noChangeArrowheads="1"/>
          </p:cNvSpPr>
          <p:nvPr/>
        </p:nvSpPr>
        <p:spPr bwMode="auto">
          <a:xfrm>
            <a:off x="914400" y="2514600"/>
            <a:ext cx="381000"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2400">
                <a:solidFill>
                  <a:schemeClr val="tx1"/>
                </a:solidFill>
                <a:latin typeface="Arial" panose="020B0604020202020204" pitchFamily="34" charset="0"/>
              </a:defRPr>
            </a:lvl1pPr>
            <a:lvl2pPr>
              <a:defRPr sz="2400">
                <a:solidFill>
                  <a:schemeClr val="tx1"/>
                </a:solidFill>
                <a:latin typeface="Arial" panose="020B0604020202020204" pitchFamily="34" charset="0"/>
              </a:defRPr>
            </a:lvl2pPr>
            <a:lvl3pPr>
              <a:defRPr sz="2400">
                <a:solidFill>
                  <a:schemeClr val="tx1"/>
                </a:solidFill>
                <a:latin typeface="Arial" panose="020B0604020202020204" pitchFamily="34" charset="0"/>
              </a:defRPr>
            </a:lvl3pPr>
            <a:lvl4pPr>
              <a:defRPr sz="2400">
                <a:solidFill>
                  <a:schemeClr val="tx1"/>
                </a:solidFill>
                <a:latin typeface="Arial" panose="020B0604020202020204" pitchFamily="34" charset="0"/>
              </a:defRPr>
            </a:lvl4pPr>
            <a:lvl5pPr>
              <a:defRPr sz="2400">
                <a:solidFill>
                  <a:schemeClr val="tx1"/>
                </a:solidFill>
                <a:latin typeface="Arial" panose="020B0604020202020204" pitchFamily="34" charset="0"/>
              </a:defRPr>
            </a:lvl5pPr>
            <a:lvl6pPr fontAlgn="base">
              <a:spcBef>
                <a:spcPct val="0"/>
              </a:spcBef>
              <a:spcAft>
                <a:spcPct val="0"/>
              </a:spcAft>
              <a:defRPr sz="2400">
                <a:solidFill>
                  <a:schemeClr val="tx1"/>
                </a:solidFill>
                <a:latin typeface="Arial" panose="020B0604020202020204" pitchFamily="34" charset="0"/>
              </a:defRPr>
            </a:lvl6pPr>
            <a:lvl7pPr fontAlgn="base">
              <a:spcBef>
                <a:spcPct val="0"/>
              </a:spcBef>
              <a:spcAft>
                <a:spcPct val="0"/>
              </a:spcAft>
              <a:defRPr sz="2400">
                <a:solidFill>
                  <a:schemeClr val="tx1"/>
                </a:solidFill>
                <a:latin typeface="Arial" panose="020B0604020202020204" pitchFamily="34" charset="0"/>
              </a:defRPr>
            </a:lvl7pPr>
            <a:lvl8pPr fontAlgn="base">
              <a:spcBef>
                <a:spcPct val="0"/>
              </a:spcBef>
              <a:spcAft>
                <a:spcPct val="0"/>
              </a:spcAft>
              <a:defRPr sz="2400">
                <a:solidFill>
                  <a:schemeClr val="tx1"/>
                </a:solidFill>
                <a:latin typeface="Arial" panose="020B0604020202020204" pitchFamily="34" charset="0"/>
              </a:defRPr>
            </a:lvl8pPr>
            <a:lvl9pPr fontAlgn="base">
              <a:spcBef>
                <a:spcPct val="0"/>
              </a:spcBef>
              <a:spcAft>
                <a:spcPct val="0"/>
              </a:spcAft>
              <a:defRPr sz="2400">
                <a:solidFill>
                  <a:schemeClr val="tx1"/>
                </a:solidFill>
                <a:latin typeface="Arial" panose="020B0604020202020204" pitchFamily="34" charset="0"/>
              </a:defRPr>
            </a:lvl9pPr>
          </a:lstStyle>
          <a:p>
            <a:pPr>
              <a:spcBef>
                <a:spcPct val="50000"/>
              </a:spcBef>
              <a:buClr>
                <a:schemeClr val="tx1"/>
              </a:buClr>
            </a:pPr>
            <a:r>
              <a:rPr lang="en-US" altLang="zh-CN" sz="2000" b="1">
                <a:latin typeface="Tahoma" panose="020B0604030504040204" pitchFamily="34" charset="0"/>
                <a:ea typeface="SimSun" panose="02010600030101010101" pitchFamily="2" charset="-122"/>
              </a:rPr>
              <a:t>W</a:t>
            </a:r>
          </a:p>
        </p:txBody>
      </p:sp>
      <p:sp>
        <p:nvSpPr>
          <p:cNvPr id="2" name="Footer Placeholder 1">
            <a:extLst>
              <a:ext uri="{FF2B5EF4-FFF2-40B4-BE49-F238E27FC236}">
                <a16:creationId xmlns:a16="http://schemas.microsoft.com/office/drawing/2014/main" id="{A8DAFBB4-9023-4D2C-90CF-587B8CB45358}"/>
              </a:ext>
            </a:extLst>
          </p:cNvPr>
          <p:cNvSpPr>
            <a:spLocks noGrp="1"/>
          </p:cNvSpPr>
          <p:nvPr>
            <p:ph type="ftr" sz="quarter" idx="11"/>
          </p:nvPr>
        </p:nvSpPr>
        <p:spPr/>
        <p:txBody>
          <a:bodyPr/>
          <a:lstStyle/>
          <a:p>
            <a:r>
              <a:rPr lang="en-US"/>
              <a:t>Presented by    Dr. AKHTAR JAMIL </a:t>
            </a:r>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857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Date Placeholder 31">
            <a:extLst>
              <a:ext uri="{FF2B5EF4-FFF2-40B4-BE49-F238E27FC236}">
                <a16:creationId xmlns:a16="http://schemas.microsoft.com/office/drawing/2014/main" id="{B1FA4140-37B2-4FF5-A5FD-4435B70C6694}"/>
              </a:ext>
            </a:extLst>
          </p:cNvPr>
          <p:cNvSpPr>
            <a:spLocks noGrp="1"/>
          </p:cNvSpPr>
          <p:nvPr>
            <p:ph type="dt" sz="half" idx="10"/>
          </p:nvPr>
        </p:nvSpPr>
        <p:spPr/>
        <p:txBody>
          <a:bodyPr/>
          <a:lstStyle/>
          <a:p>
            <a:fld id="{3102AC0D-9414-45E8-AC5B-CF0A69E1E2C1}" type="datetime1">
              <a:rPr lang="en-US" altLang="zh-CN" smtClean="0"/>
              <a:t>3/21/2022</a:t>
            </a:fld>
            <a:endParaRPr lang="en-US" altLang="zh-CN"/>
          </a:p>
        </p:txBody>
      </p:sp>
      <p:sp>
        <p:nvSpPr>
          <p:cNvPr id="33" name="Slide Number Placeholder 32">
            <a:extLst>
              <a:ext uri="{FF2B5EF4-FFF2-40B4-BE49-F238E27FC236}">
                <a16:creationId xmlns:a16="http://schemas.microsoft.com/office/drawing/2014/main" id="{97E547B4-CC95-4E5B-9DE6-D9552C60CC20}"/>
              </a:ext>
            </a:extLst>
          </p:cNvPr>
          <p:cNvSpPr>
            <a:spLocks noGrp="1"/>
          </p:cNvSpPr>
          <p:nvPr>
            <p:ph type="sldNum" sz="quarter" idx="11"/>
          </p:nvPr>
        </p:nvSpPr>
        <p:spPr/>
        <p:txBody>
          <a:bodyPr/>
          <a:lstStyle/>
          <a:p>
            <a:fld id="{1685A185-9F78-445D-BE69-BA56AEBD9AF4}" type="slidenum">
              <a:rPr lang="zh-CN" altLang="en-US"/>
              <a:pPr/>
              <a:t>4</a:t>
            </a:fld>
            <a:endParaRPr lang="en-US" altLang="zh-CN"/>
          </a:p>
        </p:txBody>
      </p:sp>
      <p:sp>
        <p:nvSpPr>
          <p:cNvPr id="154626" name="Rectangle 1026">
            <a:extLst>
              <a:ext uri="{FF2B5EF4-FFF2-40B4-BE49-F238E27FC236}">
                <a16:creationId xmlns:a16="http://schemas.microsoft.com/office/drawing/2014/main" id="{43C88F2F-F769-41E4-A858-128CF0CE3F0E}"/>
              </a:ext>
            </a:extLst>
          </p:cNvPr>
          <p:cNvSpPr>
            <a:spLocks noGrp="1" noChangeArrowheads="1"/>
          </p:cNvSpPr>
          <p:nvPr>
            <p:ph type="title"/>
          </p:nvPr>
        </p:nvSpPr>
        <p:spPr>
          <a:xfrm>
            <a:off x="420757" y="415923"/>
            <a:ext cx="8229600" cy="838200"/>
          </a:xfrm>
        </p:spPr>
        <p:txBody>
          <a:bodyPr/>
          <a:lstStyle/>
          <a:p>
            <a:r>
              <a:rPr lang="en-US" altLang="zh-CN" dirty="0">
                <a:ea typeface="SimSun" panose="02010600030101010101" pitchFamily="2" charset="-122"/>
              </a:rPr>
              <a:t>Large-margin Decision Boundary</a:t>
            </a:r>
          </a:p>
        </p:txBody>
      </p:sp>
      <p:sp>
        <p:nvSpPr>
          <p:cNvPr id="154627" name="Rectangle 1027">
            <a:extLst>
              <a:ext uri="{FF2B5EF4-FFF2-40B4-BE49-F238E27FC236}">
                <a16:creationId xmlns:a16="http://schemas.microsoft.com/office/drawing/2014/main" id="{6ADE9062-BD8A-44AE-91F8-9711ECE59091}"/>
              </a:ext>
            </a:extLst>
          </p:cNvPr>
          <p:cNvSpPr>
            <a:spLocks noGrp="1" noChangeArrowheads="1"/>
          </p:cNvSpPr>
          <p:nvPr>
            <p:ph type="body" idx="1"/>
          </p:nvPr>
        </p:nvSpPr>
        <p:spPr>
          <a:xfrm>
            <a:off x="533400" y="1261782"/>
            <a:ext cx="8229600" cy="2083595"/>
          </a:xfrm>
        </p:spPr>
        <p:txBody>
          <a:bodyPr>
            <a:normAutofit/>
          </a:bodyPr>
          <a:lstStyle/>
          <a:p>
            <a:r>
              <a:rPr lang="en-US" altLang="zh-CN" sz="2400" dirty="0">
                <a:ea typeface="SimSun" panose="02010600030101010101" pitchFamily="2" charset="-122"/>
              </a:rPr>
              <a:t>The </a:t>
            </a:r>
            <a:r>
              <a:rPr lang="en-US" altLang="zh-CN" sz="2400" dirty="0">
                <a:solidFill>
                  <a:srgbClr val="FF0000"/>
                </a:solidFill>
                <a:ea typeface="SimSun" panose="02010600030101010101" pitchFamily="2" charset="-122"/>
              </a:rPr>
              <a:t>decision boundary should be as far away </a:t>
            </a:r>
            <a:r>
              <a:rPr lang="en-US" altLang="zh-CN" sz="2400" dirty="0">
                <a:ea typeface="SimSun" panose="02010600030101010101" pitchFamily="2" charset="-122"/>
              </a:rPr>
              <a:t>from the data of both classes as possible</a:t>
            </a:r>
          </a:p>
          <a:p>
            <a:pPr lvl="1"/>
            <a:r>
              <a:rPr lang="en-US" altLang="zh-CN" sz="2000" dirty="0">
                <a:ea typeface="SimSun" panose="02010600030101010101" pitchFamily="2" charset="-122"/>
              </a:rPr>
              <a:t>We should </a:t>
            </a:r>
            <a:r>
              <a:rPr lang="en-US" altLang="zh-CN" sz="2000" dirty="0">
                <a:solidFill>
                  <a:srgbClr val="FF0000"/>
                </a:solidFill>
                <a:ea typeface="SimSun" panose="02010600030101010101" pitchFamily="2" charset="-122"/>
              </a:rPr>
              <a:t>maximize the margin, </a:t>
            </a:r>
            <a:r>
              <a:rPr lang="en-US" altLang="zh-CN" sz="2000" i="1" dirty="0">
                <a:solidFill>
                  <a:srgbClr val="FF0000"/>
                </a:solidFill>
                <a:ea typeface="SimSun" panose="02010600030101010101" pitchFamily="2" charset="-122"/>
              </a:rPr>
              <a:t>m</a:t>
            </a:r>
            <a:endParaRPr lang="en-US" altLang="zh-CN" sz="2000" dirty="0">
              <a:solidFill>
                <a:srgbClr val="FF0000"/>
              </a:solidFill>
              <a:ea typeface="SimSun" panose="02010600030101010101" pitchFamily="2" charset="-122"/>
            </a:endParaRPr>
          </a:p>
        </p:txBody>
      </p:sp>
      <p:sp>
        <p:nvSpPr>
          <p:cNvPr id="154628" name="Line 1028">
            <a:extLst>
              <a:ext uri="{FF2B5EF4-FFF2-40B4-BE49-F238E27FC236}">
                <a16:creationId xmlns:a16="http://schemas.microsoft.com/office/drawing/2014/main" id="{238E4959-BC08-4D75-865D-59C40B498A9C}"/>
              </a:ext>
            </a:extLst>
          </p:cNvPr>
          <p:cNvSpPr>
            <a:spLocks noChangeShapeType="1"/>
          </p:cNvSpPr>
          <p:nvPr/>
        </p:nvSpPr>
        <p:spPr bwMode="auto">
          <a:xfrm flipV="1">
            <a:off x="838200" y="2667000"/>
            <a:ext cx="0" cy="3200400"/>
          </a:xfrm>
          <a:prstGeom prst="line">
            <a:avLst/>
          </a:prstGeom>
          <a:noFill/>
          <a:ln w="12700">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54629" name="Line 1029">
            <a:extLst>
              <a:ext uri="{FF2B5EF4-FFF2-40B4-BE49-F238E27FC236}">
                <a16:creationId xmlns:a16="http://schemas.microsoft.com/office/drawing/2014/main" id="{B596523F-FA53-40CD-AD22-9935BB10ED51}"/>
              </a:ext>
            </a:extLst>
          </p:cNvPr>
          <p:cNvSpPr>
            <a:spLocks noChangeShapeType="1"/>
          </p:cNvSpPr>
          <p:nvPr/>
        </p:nvSpPr>
        <p:spPr bwMode="auto">
          <a:xfrm flipV="1">
            <a:off x="838200" y="5867400"/>
            <a:ext cx="3048000" cy="0"/>
          </a:xfrm>
          <a:prstGeom prst="line">
            <a:avLst/>
          </a:prstGeom>
          <a:noFill/>
          <a:ln w="12700">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54630" name="Oval 1030">
            <a:extLst>
              <a:ext uri="{FF2B5EF4-FFF2-40B4-BE49-F238E27FC236}">
                <a16:creationId xmlns:a16="http://schemas.microsoft.com/office/drawing/2014/main" id="{C2FC9B6C-1EAD-403F-AFDC-8FA17D377A14}"/>
              </a:ext>
            </a:extLst>
          </p:cNvPr>
          <p:cNvSpPr>
            <a:spLocks noChangeArrowheads="1"/>
          </p:cNvSpPr>
          <p:nvPr/>
        </p:nvSpPr>
        <p:spPr bwMode="auto">
          <a:xfrm>
            <a:off x="2895600" y="3276600"/>
            <a:ext cx="1524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4631" name="Oval 1031">
            <a:extLst>
              <a:ext uri="{FF2B5EF4-FFF2-40B4-BE49-F238E27FC236}">
                <a16:creationId xmlns:a16="http://schemas.microsoft.com/office/drawing/2014/main" id="{33DB0B86-E588-4B32-8308-5518476278AA}"/>
              </a:ext>
            </a:extLst>
          </p:cNvPr>
          <p:cNvSpPr>
            <a:spLocks noChangeArrowheads="1"/>
          </p:cNvSpPr>
          <p:nvPr/>
        </p:nvSpPr>
        <p:spPr bwMode="auto">
          <a:xfrm>
            <a:off x="3124200" y="3886200"/>
            <a:ext cx="1524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4632" name="Oval 1032">
            <a:extLst>
              <a:ext uri="{FF2B5EF4-FFF2-40B4-BE49-F238E27FC236}">
                <a16:creationId xmlns:a16="http://schemas.microsoft.com/office/drawing/2014/main" id="{C1591214-6A1F-48E6-A1AD-979623F4ED92}"/>
              </a:ext>
            </a:extLst>
          </p:cNvPr>
          <p:cNvSpPr>
            <a:spLocks noChangeArrowheads="1"/>
          </p:cNvSpPr>
          <p:nvPr/>
        </p:nvSpPr>
        <p:spPr bwMode="auto">
          <a:xfrm>
            <a:off x="3962400" y="4114800"/>
            <a:ext cx="1524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4633" name="Oval 1033">
            <a:extLst>
              <a:ext uri="{FF2B5EF4-FFF2-40B4-BE49-F238E27FC236}">
                <a16:creationId xmlns:a16="http://schemas.microsoft.com/office/drawing/2014/main" id="{4BEC23C8-7588-4DEE-A0FA-08D53F6E48D6}"/>
              </a:ext>
            </a:extLst>
          </p:cNvPr>
          <p:cNvSpPr>
            <a:spLocks noChangeArrowheads="1"/>
          </p:cNvSpPr>
          <p:nvPr/>
        </p:nvSpPr>
        <p:spPr bwMode="auto">
          <a:xfrm>
            <a:off x="2438400" y="3429000"/>
            <a:ext cx="1524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4634" name="Oval 1034">
            <a:extLst>
              <a:ext uri="{FF2B5EF4-FFF2-40B4-BE49-F238E27FC236}">
                <a16:creationId xmlns:a16="http://schemas.microsoft.com/office/drawing/2014/main" id="{0D59B0A0-A2AA-4A3E-9826-C312AF966781}"/>
              </a:ext>
            </a:extLst>
          </p:cNvPr>
          <p:cNvSpPr>
            <a:spLocks noChangeArrowheads="1"/>
          </p:cNvSpPr>
          <p:nvPr/>
        </p:nvSpPr>
        <p:spPr bwMode="auto">
          <a:xfrm>
            <a:off x="3429000" y="4419600"/>
            <a:ext cx="1524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4635" name="Rectangle 1035">
            <a:extLst>
              <a:ext uri="{FF2B5EF4-FFF2-40B4-BE49-F238E27FC236}">
                <a16:creationId xmlns:a16="http://schemas.microsoft.com/office/drawing/2014/main" id="{12CE5CCF-AA48-4F6D-9B23-25E113D67D9D}"/>
              </a:ext>
            </a:extLst>
          </p:cNvPr>
          <p:cNvSpPr>
            <a:spLocks noChangeArrowheads="1"/>
          </p:cNvSpPr>
          <p:nvPr/>
        </p:nvSpPr>
        <p:spPr bwMode="auto">
          <a:xfrm>
            <a:off x="1143000" y="4343400"/>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4636" name="Rectangle 1036">
            <a:extLst>
              <a:ext uri="{FF2B5EF4-FFF2-40B4-BE49-F238E27FC236}">
                <a16:creationId xmlns:a16="http://schemas.microsoft.com/office/drawing/2014/main" id="{0C0F83FC-8DB3-4E81-9E74-E6DA57687C2F}"/>
              </a:ext>
            </a:extLst>
          </p:cNvPr>
          <p:cNvSpPr>
            <a:spLocks noChangeArrowheads="1"/>
          </p:cNvSpPr>
          <p:nvPr/>
        </p:nvSpPr>
        <p:spPr bwMode="auto">
          <a:xfrm>
            <a:off x="2362200" y="4800600"/>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4637" name="Rectangle 1037">
            <a:extLst>
              <a:ext uri="{FF2B5EF4-FFF2-40B4-BE49-F238E27FC236}">
                <a16:creationId xmlns:a16="http://schemas.microsoft.com/office/drawing/2014/main" id="{FC2147C7-8EB7-4B27-8E2A-989A8717AA6F}"/>
              </a:ext>
            </a:extLst>
          </p:cNvPr>
          <p:cNvSpPr>
            <a:spLocks noChangeArrowheads="1"/>
          </p:cNvSpPr>
          <p:nvPr/>
        </p:nvSpPr>
        <p:spPr bwMode="auto">
          <a:xfrm>
            <a:off x="2209800" y="5257800"/>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4638" name="Rectangle 1038">
            <a:extLst>
              <a:ext uri="{FF2B5EF4-FFF2-40B4-BE49-F238E27FC236}">
                <a16:creationId xmlns:a16="http://schemas.microsoft.com/office/drawing/2014/main" id="{C8B9126B-F4C5-49FA-9ECC-E12C687FF6E2}"/>
              </a:ext>
            </a:extLst>
          </p:cNvPr>
          <p:cNvSpPr>
            <a:spLocks noChangeArrowheads="1"/>
          </p:cNvSpPr>
          <p:nvPr/>
        </p:nvSpPr>
        <p:spPr bwMode="auto">
          <a:xfrm>
            <a:off x="1600200" y="4800600"/>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4639" name="Rectangle 1039">
            <a:extLst>
              <a:ext uri="{FF2B5EF4-FFF2-40B4-BE49-F238E27FC236}">
                <a16:creationId xmlns:a16="http://schemas.microsoft.com/office/drawing/2014/main" id="{5C02FA01-6553-4F90-83E5-734D638C4E70}"/>
              </a:ext>
            </a:extLst>
          </p:cNvPr>
          <p:cNvSpPr>
            <a:spLocks noChangeArrowheads="1"/>
          </p:cNvSpPr>
          <p:nvPr/>
        </p:nvSpPr>
        <p:spPr bwMode="auto">
          <a:xfrm>
            <a:off x="1295400" y="5181600"/>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4640" name="Rectangle 1040">
            <a:extLst>
              <a:ext uri="{FF2B5EF4-FFF2-40B4-BE49-F238E27FC236}">
                <a16:creationId xmlns:a16="http://schemas.microsoft.com/office/drawing/2014/main" id="{CD1CC57E-0C23-431A-B359-13D18B80EA38}"/>
              </a:ext>
            </a:extLst>
          </p:cNvPr>
          <p:cNvSpPr>
            <a:spLocks noChangeArrowheads="1"/>
          </p:cNvSpPr>
          <p:nvPr/>
        </p:nvSpPr>
        <p:spPr bwMode="auto">
          <a:xfrm>
            <a:off x="1447800" y="4038600"/>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4641" name="Text Box 1041">
            <a:extLst>
              <a:ext uri="{FF2B5EF4-FFF2-40B4-BE49-F238E27FC236}">
                <a16:creationId xmlns:a16="http://schemas.microsoft.com/office/drawing/2014/main" id="{B9C8CD52-A975-40BC-8AFF-7B14BA336A04}"/>
              </a:ext>
            </a:extLst>
          </p:cNvPr>
          <p:cNvSpPr txBox="1">
            <a:spLocks noChangeArrowheads="1"/>
          </p:cNvSpPr>
          <p:nvPr/>
        </p:nvSpPr>
        <p:spPr bwMode="auto">
          <a:xfrm>
            <a:off x="1143000" y="5383213"/>
            <a:ext cx="9715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a:ea typeface="SimSun" panose="02010600030101010101" pitchFamily="2" charset="-122"/>
              </a:rPr>
              <a:t>Class 1</a:t>
            </a:r>
          </a:p>
        </p:txBody>
      </p:sp>
      <p:sp>
        <p:nvSpPr>
          <p:cNvPr id="154642" name="Text Box 1042">
            <a:extLst>
              <a:ext uri="{FF2B5EF4-FFF2-40B4-BE49-F238E27FC236}">
                <a16:creationId xmlns:a16="http://schemas.microsoft.com/office/drawing/2014/main" id="{E92BC7A5-EB1F-4C7E-90F1-7CCD9E86F107}"/>
              </a:ext>
            </a:extLst>
          </p:cNvPr>
          <p:cNvSpPr txBox="1">
            <a:spLocks noChangeArrowheads="1"/>
          </p:cNvSpPr>
          <p:nvPr/>
        </p:nvSpPr>
        <p:spPr bwMode="auto">
          <a:xfrm>
            <a:off x="3581400" y="4191000"/>
            <a:ext cx="9715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a:ea typeface="SimSun" panose="02010600030101010101" pitchFamily="2" charset="-122"/>
              </a:rPr>
              <a:t>Class 2</a:t>
            </a:r>
          </a:p>
        </p:txBody>
      </p:sp>
      <p:sp>
        <p:nvSpPr>
          <p:cNvPr id="154644" name="Line 1044">
            <a:extLst>
              <a:ext uri="{FF2B5EF4-FFF2-40B4-BE49-F238E27FC236}">
                <a16:creationId xmlns:a16="http://schemas.microsoft.com/office/drawing/2014/main" id="{C75AE85E-822D-462C-B2A4-9009A091FF4B}"/>
              </a:ext>
            </a:extLst>
          </p:cNvPr>
          <p:cNvSpPr>
            <a:spLocks noChangeShapeType="1"/>
          </p:cNvSpPr>
          <p:nvPr/>
        </p:nvSpPr>
        <p:spPr bwMode="auto">
          <a:xfrm>
            <a:off x="1905000" y="2895600"/>
            <a:ext cx="2514600" cy="2514600"/>
          </a:xfrm>
          <a:prstGeom prst="line">
            <a:avLst/>
          </a:prstGeom>
          <a:noFill/>
          <a:ln w="38100">
            <a:solidFill>
              <a:schemeClr val="folHlink"/>
            </a:solidFill>
            <a:prstDash val="sysDot"/>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54645" name="Line 1045">
            <a:extLst>
              <a:ext uri="{FF2B5EF4-FFF2-40B4-BE49-F238E27FC236}">
                <a16:creationId xmlns:a16="http://schemas.microsoft.com/office/drawing/2014/main" id="{2ACC16C5-672E-43D5-93D4-2648AAC086B0}"/>
              </a:ext>
            </a:extLst>
          </p:cNvPr>
          <p:cNvSpPr>
            <a:spLocks noChangeShapeType="1"/>
          </p:cNvSpPr>
          <p:nvPr/>
        </p:nvSpPr>
        <p:spPr bwMode="auto">
          <a:xfrm>
            <a:off x="914400" y="3276600"/>
            <a:ext cx="2971800" cy="2971800"/>
          </a:xfrm>
          <a:prstGeom prst="line">
            <a:avLst/>
          </a:prstGeom>
          <a:noFill/>
          <a:ln w="38100">
            <a:solidFill>
              <a:schemeClr val="folHlink"/>
            </a:solidFill>
            <a:prstDash val="sysDot"/>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54646" name="Line 1046">
            <a:extLst>
              <a:ext uri="{FF2B5EF4-FFF2-40B4-BE49-F238E27FC236}">
                <a16:creationId xmlns:a16="http://schemas.microsoft.com/office/drawing/2014/main" id="{B6AC021D-1AB8-4686-91E2-B57C5BE90470}"/>
              </a:ext>
            </a:extLst>
          </p:cNvPr>
          <p:cNvSpPr>
            <a:spLocks noChangeShapeType="1"/>
          </p:cNvSpPr>
          <p:nvPr/>
        </p:nvSpPr>
        <p:spPr bwMode="auto">
          <a:xfrm>
            <a:off x="914400" y="2590800"/>
            <a:ext cx="3886200" cy="3886200"/>
          </a:xfrm>
          <a:prstGeom prst="line">
            <a:avLst/>
          </a:prstGeom>
          <a:noFill/>
          <a:ln w="38100">
            <a:solidFill>
              <a:schemeClr val="fo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pic>
        <p:nvPicPr>
          <p:cNvPr id="154651" name="Picture 1051">
            <a:extLst>
              <a:ext uri="{FF2B5EF4-FFF2-40B4-BE49-F238E27FC236}">
                <a16:creationId xmlns:a16="http://schemas.microsoft.com/office/drawing/2014/main" id="{CAB2E426-2136-4003-8302-1E7C381CED83}"/>
              </a:ext>
            </a:extLst>
          </p:cNvPr>
          <p:cNvPicPr>
            <a:picLocks noChangeAspect="1" noChangeArrowheads="1"/>
          </p:cNvPicPr>
          <p:nvPr>
            <p:custDataLst>
              <p:tags r:id="rId1"/>
            </p:custDataLst>
          </p:nvPr>
        </p:nvPicPr>
        <p:blipFill>
          <a:blip r:embed="rId8" cstate="print">
            <a:extLst>
              <a:ext uri="{28A0092B-C50C-407E-A947-70E740481C1C}">
                <a14:useLocalDpi xmlns:a14="http://schemas.microsoft.com/office/drawing/2010/main" val="0"/>
              </a:ext>
            </a:extLst>
          </a:blip>
          <a:srcRect/>
          <a:stretch>
            <a:fillRect/>
          </a:stretch>
        </p:blipFill>
        <p:spPr bwMode="auto">
          <a:xfrm>
            <a:off x="4648200" y="5943600"/>
            <a:ext cx="2057400" cy="38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4654" name="Picture 1054">
            <a:extLst>
              <a:ext uri="{FF2B5EF4-FFF2-40B4-BE49-F238E27FC236}">
                <a16:creationId xmlns:a16="http://schemas.microsoft.com/office/drawing/2014/main" id="{430BA454-BD3A-406D-8192-08E79F7AD696}"/>
              </a:ext>
            </a:extLst>
          </p:cNvPr>
          <p:cNvPicPr>
            <a:picLocks noChangeAspect="1" noChangeArrowheads="1"/>
          </p:cNvPicPr>
          <p:nvPr>
            <p:custDataLst>
              <p:tags r:id="rId2"/>
            </p:custDataLst>
          </p:nvPr>
        </p:nvPicPr>
        <p:blipFill>
          <a:blip r:embed="rId9" cstate="print">
            <a:extLst>
              <a:ext uri="{28A0092B-C50C-407E-A947-70E740481C1C}">
                <a14:useLocalDpi xmlns:a14="http://schemas.microsoft.com/office/drawing/2010/main" val="0"/>
              </a:ext>
            </a:extLst>
          </a:blip>
          <a:srcRect/>
          <a:stretch>
            <a:fillRect/>
          </a:stretch>
        </p:blipFill>
        <p:spPr bwMode="auto">
          <a:xfrm>
            <a:off x="4343400" y="4800600"/>
            <a:ext cx="2039938" cy="38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4656" name="Picture 1056">
            <a:extLst>
              <a:ext uri="{FF2B5EF4-FFF2-40B4-BE49-F238E27FC236}">
                <a16:creationId xmlns:a16="http://schemas.microsoft.com/office/drawing/2014/main" id="{AE196339-8669-461A-AD74-135AE2ADDF18}"/>
              </a:ext>
            </a:extLst>
          </p:cNvPr>
          <p:cNvPicPr>
            <a:picLocks noChangeAspect="1" noChangeArrowheads="1"/>
          </p:cNvPicPr>
          <p:nvPr>
            <p:custDataLst>
              <p:tags r:id="rId3"/>
            </p:custDataLst>
          </p:nvPr>
        </p:nvPicPr>
        <p:blipFill>
          <a:blip r:embed="rId10" cstate="print">
            <a:extLst>
              <a:ext uri="{28A0092B-C50C-407E-A947-70E740481C1C}">
                <a14:useLocalDpi xmlns:a14="http://schemas.microsoft.com/office/drawing/2010/main" val="0"/>
              </a:ext>
            </a:extLst>
          </a:blip>
          <a:srcRect/>
          <a:stretch>
            <a:fillRect/>
          </a:stretch>
        </p:blipFill>
        <p:spPr bwMode="auto">
          <a:xfrm>
            <a:off x="1295400" y="6019800"/>
            <a:ext cx="2308225" cy="38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4658" name="Line 1058">
            <a:extLst>
              <a:ext uri="{FF2B5EF4-FFF2-40B4-BE49-F238E27FC236}">
                <a16:creationId xmlns:a16="http://schemas.microsoft.com/office/drawing/2014/main" id="{81FF252B-5675-493B-9E06-2D7EBE5BEA21}"/>
              </a:ext>
            </a:extLst>
          </p:cNvPr>
          <p:cNvSpPr>
            <a:spLocks noChangeShapeType="1"/>
          </p:cNvSpPr>
          <p:nvPr/>
        </p:nvSpPr>
        <p:spPr bwMode="auto">
          <a:xfrm flipH="1">
            <a:off x="3352800" y="5057775"/>
            <a:ext cx="723900" cy="733425"/>
          </a:xfrm>
          <a:prstGeom prst="line">
            <a:avLst/>
          </a:prstGeom>
          <a:noFill/>
          <a:ln w="25400">
            <a:solidFill>
              <a:srgbClr val="FF00FF"/>
            </a:solidFill>
            <a:miter lim="800000"/>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pic>
        <p:nvPicPr>
          <p:cNvPr id="154659" name="Picture 1059">
            <a:extLst>
              <a:ext uri="{FF2B5EF4-FFF2-40B4-BE49-F238E27FC236}">
                <a16:creationId xmlns:a16="http://schemas.microsoft.com/office/drawing/2014/main" id="{48493F7A-B930-4360-8C5D-505929155DB6}"/>
              </a:ext>
            </a:extLst>
          </p:cNvPr>
          <p:cNvPicPr>
            <a:picLocks noChangeAspect="1" noChangeArrowheads="1"/>
          </p:cNvPicPr>
          <p:nvPr>
            <p:custDataLst>
              <p:tags r:id="rId4"/>
            </p:custDataLst>
          </p:nvPr>
        </p:nvPicPr>
        <p:blipFill>
          <a:blip r:embed="rId11" cstate="print">
            <a:extLst>
              <a:ext uri="{28A0092B-C50C-407E-A947-70E740481C1C}">
                <a14:useLocalDpi xmlns:a14="http://schemas.microsoft.com/office/drawing/2010/main" val="0"/>
              </a:ext>
            </a:extLst>
          </a:blip>
          <a:srcRect/>
          <a:stretch>
            <a:fillRect/>
          </a:stretch>
        </p:blipFill>
        <p:spPr bwMode="auto">
          <a:xfrm>
            <a:off x="6172200" y="3276600"/>
            <a:ext cx="17526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4660" name="Text Box 1060">
            <a:extLst>
              <a:ext uri="{FF2B5EF4-FFF2-40B4-BE49-F238E27FC236}">
                <a16:creationId xmlns:a16="http://schemas.microsoft.com/office/drawing/2014/main" id="{076C5FE4-02E6-40A8-A4B7-9C857AD0584D}"/>
              </a:ext>
            </a:extLst>
          </p:cNvPr>
          <p:cNvSpPr txBox="1">
            <a:spLocks noChangeArrowheads="1"/>
          </p:cNvSpPr>
          <p:nvPr/>
        </p:nvSpPr>
        <p:spPr bwMode="auto">
          <a:xfrm>
            <a:off x="3276600" y="5181600"/>
            <a:ext cx="4397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i="1">
                <a:solidFill>
                  <a:srgbClr val="CC00CC"/>
                </a:solidFill>
                <a:ea typeface="SimSun" panose="02010600030101010101" pitchFamily="2" charset="-122"/>
              </a:rPr>
              <a:t>m</a:t>
            </a:r>
          </a:p>
        </p:txBody>
      </p:sp>
      <p:sp>
        <p:nvSpPr>
          <p:cNvPr id="154661" name="Line 1061">
            <a:extLst>
              <a:ext uri="{FF2B5EF4-FFF2-40B4-BE49-F238E27FC236}">
                <a16:creationId xmlns:a16="http://schemas.microsoft.com/office/drawing/2014/main" id="{1F73C515-B00C-4510-A2B4-9EA99B292937}"/>
              </a:ext>
            </a:extLst>
          </p:cNvPr>
          <p:cNvSpPr>
            <a:spLocks noChangeShapeType="1"/>
          </p:cNvSpPr>
          <p:nvPr/>
        </p:nvSpPr>
        <p:spPr bwMode="auto">
          <a:xfrm flipV="1">
            <a:off x="2057400" y="3276600"/>
            <a:ext cx="1600200" cy="1676400"/>
          </a:xfrm>
          <a:prstGeom prst="line">
            <a:avLst/>
          </a:prstGeom>
          <a:noFill/>
          <a:ln w="25400">
            <a:solidFill>
              <a:srgbClr val="993366"/>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pic>
        <p:nvPicPr>
          <p:cNvPr id="154663" name="Picture 1063">
            <a:extLst>
              <a:ext uri="{FF2B5EF4-FFF2-40B4-BE49-F238E27FC236}">
                <a16:creationId xmlns:a16="http://schemas.microsoft.com/office/drawing/2014/main" id="{67A31BEE-8F9E-45D2-A70C-49B23BEEBA38}"/>
              </a:ext>
            </a:extLst>
          </p:cNvPr>
          <p:cNvPicPr>
            <a:picLocks noChangeAspect="1" noChangeArrowheads="1"/>
          </p:cNvPicPr>
          <p:nvPr>
            <p:custDataLst>
              <p:tags r:id="rId5"/>
            </p:custDataLst>
          </p:nvPr>
        </p:nvPicPr>
        <p:blipFill>
          <a:blip r:embed="rId12" cstate="print">
            <a:extLst>
              <a:ext uri="{28A0092B-C50C-407E-A947-70E740481C1C}">
                <a14:useLocalDpi xmlns:a14="http://schemas.microsoft.com/office/drawing/2010/main" val="0"/>
              </a:ext>
            </a:extLst>
          </a:blip>
          <a:srcRect/>
          <a:stretch>
            <a:fillRect/>
          </a:stretch>
        </p:blipFill>
        <p:spPr bwMode="auto">
          <a:xfrm>
            <a:off x="3581400" y="3124200"/>
            <a:ext cx="284163" cy="184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4664" name="Line 1064">
            <a:extLst>
              <a:ext uri="{FF2B5EF4-FFF2-40B4-BE49-F238E27FC236}">
                <a16:creationId xmlns:a16="http://schemas.microsoft.com/office/drawing/2014/main" id="{F24199A0-D226-448C-83DC-C05B30990F14}"/>
              </a:ext>
            </a:extLst>
          </p:cNvPr>
          <p:cNvSpPr>
            <a:spLocks noChangeShapeType="1"/>
          </p:cNvSpPr>
          <p:nvPr/>
        </p:nvSpPr>
        <p:spPr bwMode="auto">
          <a:xfrm flipH="1" flipV="1">
            <a:off x="3886200" y="4800600"/>
            <a:ext cx="457200" cy="2286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54665" name="Line 1065">
            <a:extLst>
              <a:ext uri="{FF2B5EF4-FFF2-40B4-BE49-F238E27FC236}">
                <a16:creationId xmlns:a16="http://schemas.microsoft.com/office/drawing/2014/main" id="{58E0A29B-652D-4AC7-9810-FBEE363F5EFF}"/>
              </a:ext>
            </a:extLst>
          </p:cNvPr>
          <p:cNvSpPr>
            <a:spLocks noChangeShapeType="1"/>
          </p:cNvSpPr>
          <p:nvPr/>
        </p:nvSpPr>
        <p:spPr bwMode="auto">
          <a:xfrm flipV="1">
            <a:off x="2209800" y="5334000"/>
            <a:ext cx="685800" cy="8382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 name="Footer Placeholder 1">
            <a:extLst>
              <a:ext uri="{FF2B5EF4-FFF2-40B4-BE49-F238E27FC236}">
                <a16:creationId xmlns:a16="http://schemas.microsoft.com/office/drawing/2014/main" id="{B60A558A-A21E-46CC-98AF-7A9365A0E942}"/>
              </a:ext>
            </a:extLst>
          </p:cNvPr>
          <p:cNvSpPr>
            <a:spLocks noGrp="1"/>
          </p:cNvSpPr>
          <p:nvPr>
            <p:ph type="ftr" sz="quarter" idx="11"/>
          </p:nvPr>
        </p:nvSpPr>
        <p:spPr/>
        <p:txBody>
          <a:bodyPr/>
          <a:lstStyle/>
          <a:p>
            <a:r>
              <a:rPr lang="en-US"/>
              <a:t>Presented by    Dr. AKHTAR JAMIL </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F6FC87B9-78EF-49F6-9EAA-D64F7AE39A7E}"/>
              </a:ext>
            </a:extLst>
          </p:cNvPr>
          <p:cNvSpPr>
            <a:spLocks noGrp="1"/>
          </p:cNvSpPr>
          <p:nvPr>
            <p:ph type="dt" sz="half" idx="10"/>
          </p:nvPr>
        </p:nvSpPr>
        <p:spPr/>
        <p:txBody>
          <a:bodyPr/>
          <a:lstStyle/>
          <a:p>
            <a:fld id="{840D8FAC-387F-411D-8B25-5F77599BE433}" type="datetime1">
              <a:rPr lang="en-US" altLang="zh-CN" smtClean="0"/>
              <a:t>3/21/2022</a:t>
            </a:fld>
            <a:endParaRPr lang="en-US" altLang="zh-CN"/>
          </a:p>
        </p:txBody>
      </p:sp>
      <p:sp>
        <p:nvSpPr>
          <p:cNvPr id="8" name="Slide Number Placeholder 7">
            <a:extLst>
              <a:ext uri="{FF2B5EF4-FFF2-40B4-BE49-F238E27FC236}">
                <a16:creationId xmlns:a16="http://schemas.microsoft.com/office/drawing/2014/main" id="{BA8A51DC-34D1-4177-8C4D-BF07BF16C275}"/>
              </a:ext>
            </a:extLst>
          </p:cNvPr>
          <p:cNvSpPr>
            <a:spLocks noGrp="1"/>
          </p:cNvSpPr>
          <p:nvPr>
            <p:ph type="sldNum" sz="quarter" idx="11"/>
          </p:nvPr>
        </p:nvSpPr>
        <p:spPr/>
        <p:txBody>
          <a:bodyPr/>
          <a:lstStyle/>
          <a:p>
            <a:fld id="{03F994E0-F100-4B15-837B-E2C85A9AFFCF}" type="slidenum">
              <a:rPr lang="zh-CN" altLang="en-US"/>
              <a:pPr/>
              <a:t>5</a:t>
            </a:fld>
            <a:endParaRPr lang="en-US" altLang="zh-CN"/>
          </a:p>
        </p:txBody>
      </p:sp>
      <p:sp>
        <p:nvSpPr>
          <p:cNvPr id="156674" name="Rectangle 2">
            <a:extLst>
              <a:ext uri="{FF2B5EF4-FFF2-40B4-BE49-F238E27FC236}">
                <a16:creationId xmlns:a16="http://schemas.microsoft.com/office/drawing/2014/main" id="{F4E3ABCC-1C50-4360-A543-A3AA71117354}"/>
              </a:ext>
            </a:extLst>
          </p:cNvPr>
          <p:cNvSpPr>
            <a:spLocks noGrp="1" noChangeArrowheads="1"/>
          </p:cNvSpPr>
          <p:nvPr>
            <p:ph type="title"/>
          </p:nvPr>
        </p:nvSpPr>
        <p:spPr/>
        <p:txBody>
          <a:bodyPr/>
          <a:lstStyle/>
          <a:p>
            <a:r>
              <a:rPr lang="en-US" altLang="zh-CN">
                <a:ea typeface="SimSun" panose="02010600030101010101" pitchFamily="2" charset="-122"/>
              </a:rPr>
              <a:t>Finding the Decision Boundary</a:t>
            </a:r>
          </a:p>
        </p:txBody>
      </p:sp>
      <p:sp>
        <p:nvSpPr>
          <p:cNvPr id="156675" name="Rectangle 3">
            <a:extLst>
              <a:ext uri="{FF2B5EF4-FFF2-40B4-BE49-F238E27FC236}">
                <a16:creationId xmlns:a16="http://schemas.microsoft.com/office/drawing/2014/main" id="{86A72291-D29B-49C5-B76E-305EE301A267}"/>
              </a:ext>
            </a:extLst>
          </p:cNvPr>
          <p:cNvSpPr>
            <a:spLocks noGrp="1" noChangeArrowheads="1"/>
          </p:cNvSpPr>
          <p:nvPr>
            <p:ph type="body" idx="1"/>
          </p:nvPr>
        </p:nvSpPr>
        <p:spPr/>
        <p:txBody>
          <a:bodyPr/>
          <a:lstStyle/>
          <a:p>
            <a:r>
              <a:rPr lang="en-US" altLang="zh-CN" dirty="0">
                <a:ea typeface="SimSun" panose="02010600030101010101" pitchFamily="2" charset="-122"/>
              </a:rPr>
              <a:t>Let {</a:t>
            </a:r>
            <a:r>
              <a:rPr lang="en-US" altLang="zh-CN" i="1" dirty="0">
                <a:ea typeface="SimSun" panose="02010600030101010101" pitchFamily="2" charset="-122"/>
              </a:rPr>
              <a:t>x</a:t>
            </a:r>
            <a:r>
              <a:rPr lang="en-US" altLang="zh-CN" baseline="-25000" dirty="0">
                <a:ea typeface="SimSun" panose="02010600030101010101" pitchFamily="2" charset="-122"/>
              </a:rPr>
              <a:t>1</a:t>
            </a:r>
            <a:r>
              <a:rPr lang="en-US" altLang="zh-CN" dirty="0">
                <a:ea typeface="SimSun" panose="02010600030101010101" pitchFamily="2" charset="-122"/>
              </a:rPr>
              <a:t>, ..., </a:t>
            </a:r>
            <a:r>
              <a:rPr lang="en-US" altLang="zh-CN" i="1" dirty="0" err="1">
                <a:ea typeface="SimSun" panose="02010600030101010101" pitchFamily="2" charset="-122"/>
              </a:rPr>
              <a:t>x</a:t>
            </a:r>
            <a:r>
              <a:rPr lang="en-US" altLang="zh-CN" baseline="-25000" dirty="0" err="1">
                <a:ea typeface="SimSun" panose="02010600030101010101" pitchFamily="2" charset="-122"/>
              </a:rPr>
              <a:t>n</a:t>
            </a:r>
            <a:r>
              <a:rPr lang="en-US" altLang="zh-CN" dirty="0">
                <a:ea typeface="SimSun" panose="02010600030101010101" pitchFamily="2" charset="-122"/>
              </a:rPr>
              <a:t>} be our data set and let </a:t>
            </a:r>
            <a:r>
              <a:rPr lang="en-US" altLang="zh-CN" i="1" dirty="0" err="1">
                <a:ea typeface="SimSun" panose="02010600030101010101" pitchFamily="2" charset="-122"/>
              </a:rPr>
              <a:t>y</a:t>
            </a:r>
            <a:r>
              <a:rPr lang="en-US" altLang="zh-CN" baseline="-25000" dirty="0" err="1">
                <a:ea typeface="SimSun" panose="02010600030101010101" pitchFamily="2" charset="-122"/>
              </a:rPr>
              <a:t>i</a:t>
            </a:r>
            <a:r>
              <a:rPr lang="en-US" altLang="zh-CN" dirty="0">
                <a:ea typeface="SimSun" panose="02010600030101010101" pitchFamily="2" charset="-122"/>
              </a:rPr>
              <a:t> </a:t>
            </a:r>
            <a:r>
              <a:rPr lang="en-US" altLang="zh-CN" dirty="0">
                <a:latin typeface="Symbol" panose="05050102010706020507" pitchFamily="18" charset="2"/>
                <a:ea typeface="SimSun" panose="02010600030101010101" pitchFamily="2" charset="-122"/>
              </a:rPr>
              <a:t>Î</a:t>
            </a:r>
            <a:r>
              <a:rPr lang="en-US" altLang="zh-CN" dirty="0">
                <a:ea typeface="SimSun" panose="02010600030101010101" pitchFamily="2" charset="-122"/>
              </a:rPr>
              <a:t>   {1,-1} be the class label of </a:t>
            </a:r>
            <a:r>
              <a:rPr lang="en-US" altLang="zh-CN" i="1" dirty="0">
                <a:ea typeface="SimSun" panose="02010600030101010101" pitchFamily="2" charset="-122"/>
              </a:rPr>
              <a:t>x</a:t>
            </a:r>
            <a:r>
              <a:rPr lang="en-US" altLang="zh-CN" baseline="-25000" dirty="0">
                <a:ea typeface="SimSun" panose="02010600030101010101" pitchFamily="2" charset="-122"/>
              </a:rPr>
              <a:t>i</a:t>
            </a:r>
            <a:endParaRPr lang="en-US" altLang="zh-CN" dirty="0">
              <a:ea typeface="SimSun" panose="02010600030101010101" pitchFamily="2" charset="-122"/>
            </a:endParaRPr>
          </a:p>
          <a:p>
            <a:r>
              <a:rPr lang="en-US" altLang="zh-CN" dirty="0">
                <a:ea typeface="SimSun" panose="02010600030101010101" pitchFamily="2" charset="-122"/>
              </a:rPr>
              <a:t>The decision boundary should classify all points correctly </a:t>
            </a:r>
            <a:r>
              <a:rPr lang="en-US" altLang="zh-CN" dirty="0">
                <a:latin typeface="Symbol" panose="05050102010706020507" pitchFamily="18" charset="2"/>
                <a:ea typeface="SimSun" panose="02010600030101010101" pitchFamily="2" charset="-122"/>
              </a:rPr>
              <a:t>Þ</a:t>
            </a:r>
            <a:endParaRPr lang="en-US" altLang="zh-CN" dirty="0">
              <a:ea typeface="SimSun" panose="02010600030101010101" pitchFamily="2" charset="-122"/>
            </a:endParaRPr>
          </a:p>
          <a:p>
            <a:r>
              <a:rPr lang="en-US" altLang="zh-CN" dirty="0">
                <a:ea typeface="SimSun" panose="02010600030101010101" pitchFamily="2" charset="-122"/>
              </a:rPr>
              <a:t>The decision boundary can be found by solving the following </a:t>
            </a:r>
            <a:r>
              <a:rPr lang="en-US" altLang="zh-CN" dirty="0">
                <a:solidFill>
                  <a:srgbClr val="00B0F0"/>
                </a:solidFill>
                <a:ea typeface="SimSun" panose="02010600030101010101" pitchFamily="2" charset="-122"/>
              </a:rPr>
              <a:t>constrained optimization problem</a:t>
            </a:r>
          </a:p>
          <a:p>
            <a:endParaRPr lang="en-US" altLang="zh-CN" dirty="0">
              <a:ea typeface="SimSun" panose="02010600030101010101" pitchFamily="2" charset="-122"/>
            </a:endParaRPr>
          </a:p>
          <a:p>
            <a:endParaRPr lang="en-US" altLang="zh-CN" dirty="0">
              <a:ea typeface="SimSun" panose="02010600030101010101" pitchFamily="2" charset="-122"/>
            </a:endParaRPr>
          </a:p>
          <a:p>
            <a:endParaRPr lang="en-US" altLang="zh-CN" dirty="0">
              <a:ea typeface="SimSun" panose="02010600030101010101" pitchFamily="2" charset="-122"/>
            </a:endParaRPr>
          </a:p>
        </p:txBody>
      </p:sp>
      <p:pic>
        <p:nvPicPr>
          <p:cNvPr id="156678" name="Picture 6">
            <a:extLst>
              <a:ext uri="{FF2B5EF4-FFF2-40B4-BE49-F238E27FC236}">
                <a16:creationId xmlns:a16="http://schemas.microsoft.com/office/drawing/2014/main" id="{4A3CEABF-2ABF-435B-B51B-F47CB9D25FE7}"/>
              </a:ext>
            </a:extLst>
          </p:cNvPr>
          <p:cNvPicPr>
            <a:picLocks noChangeAspect="1" noChangeArrowheads="1"/>
          </p:cNvPicPr>
          <p:nvPr>
            <p:custDataLst>
              <p:tags r:id="rId1"/>
            </p:custDataLst>
          </p:nvPr>
        </p:nvPicPr>
        <p:blipFill>
          <a:blip r:embed="rId6" cstate="print">
            <a:extLst>
              <a:ext uri="{28A0092B-C50C-407E-A947-70E740481C1C}">
                <a14:useLocalDpi xmlns:a14="http://schemas.microsoft.com/office/drawing/2010/main" val="0"/>
              </a:ext>
            </a:extLst>
          </a:blip>
          <a:srcRect/>
          <a:stretch>
            <a:fillRect/>
          </a:stretch>
        </p:blipFill>
        <p:spPr bwMode="auto">
          <a:xfrm>
            <a:off x="2895600" y="3035300"/>
            <a:ext cx="39624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6681" name="Picture 9">
            <a:extLst>
              <a:ext uri="{FF2B5EF4-FFF2-40B4-BE49-F238E27FC236}">
                <a16:creationId xmlns:a16="http://schemas.microsoft.com/office/drawing/2014/main" id="{D523DA9C-678B-4937-9E91-155EE833A554}"/>
              </a:ext>
            </a:extLst>
          </p:cNvPr>
          <p:cNvPicPr>
            <a:picLocks noChangeAspect="1" noChangeArrowheads="1"/>
          </p:cNvPicPr>
          <p:nvPr>
            <p:custDataLst>
              <p:tags r:id="rId2"/>
            </p:custDataLst>
          </p:nvPr>
        </p:nvPicPr>
        <p:blipFill>
          <a:blip r:embed="rId7" cstate="print">
            <a:extLst>
              <a:ext uri="{28A0092B-C50C-407E-A947-70E740481C1C}">
                <a14:useLocalDpi xmlns:a14="http://schemas.microsoft.com/office/drawing/2010/main" val="0"/>
              </a:ext>
            </a:extLst>
          </a:blip>
          <a:srcRect/>
          <a:stretch>
            <a:fillRect/>
          </a:stretch>
        </p:blipFill>
        <p:spPr bwMode="auto">
          <a:xfrm>
            <a:off x="3599656" y="4769644"/>
            <a:ext cx="2554288" cy="681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6683" name="Picture 11">
            <a:extLst>
              <a:ext uri="{FF2B5EF4-FFF2-40B4-BE49-F238E27FC236}">
                <a16:creationId xmlns:a16="http://schemas.microsoft.com/office/drawing/2014/main" id="{F2E604FD-D321-4BA5-A2B9-06E018FBF498}"/>
              </a:ext>
            </a:extLst>
          </p:cNvPr>
          <p:cNvPicPr>
            <a:picLocks noChangeAspect="1" noChangeArrowheads="1"/>
          </p:cNvPicPr>
          <p:nvPr>
            <p:custDataLst>
              <p:tags r:id="rId3"/>
            </p:custDataLst>
          </p:nvPr>
        </p:nvPicPr>
        <p:blipFill>
          <a:blip r:embed="rId8" cstate="print">
            <a:extLst>
              <a:ext uri="{28A0092B-C50C-407E-A947-70E740481C1C}">
                <a14:useLocalDpi xmlns:a14="http://schemas.microsoft.com/office/drawing/2010/main" val="0"/>
              </a:ext>
            </a:extLst>
          </a:blip>
          <a:srcRect/>
          <a:stretch>
            <a:fillRect/>
          </a:stretch>
        </p:blipFill>
        <p:spPr bwMode="auto">
          <a:xfrm>
            <a:off x="1905000" y="5607844"/>
            <a:ext cx="5638800" cy="398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Footer Placeholder 1">
            <a:extLst>
              <a:ext uri="{FF2B5EF4-FFF2-40B4-BE49-F238E27FC236}">
                <a16:creationId xmlns:a16="http://schemas.microsoft.com/office/drawing/2014/main" id="{79550932-C882-4403-97B9-97450542FFF1}"/>
              </a:ext>
            </a:extLst>
          </p:cNvPr>
          <p:cNvSpPr>
            <a:spLocks noGrp="1"/>
          </p:cNvSpPr>
          <p:nvPr>
            <p:ph type="ftr" sz="quarter" idx="11"/>
          </p:nvPr>
        </p:nvSpPr>
        <p:spPr/>
        <p:txBody>
          <a:bodyPr/>
          <a:lstStyle/>
          <a:p>
            <a:r>
              <a:rPr lang="en-US"/>
              <a:t>Presented by    Dr. AKHTAR JAMIL </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FF0267C-EB4A-45C9-9520-5FFB5129CF2C}"/>
              </a:ext>
            </a:extLst>
          </p:cNvPr>
          <p:cNvSpPr>
            <a:spLocks noGrp="1"/>
          </p:cNvSpPr>
          <p:nvPr>
            <p:ph idx="1"/>
          </p:nvPr>
        </p:nvSpPr>
        <p:spPr/>
        <p:txBody>
          <a:bodyPr>
            <a:normAutofit/>
          </a:bodyPr>
          <a:lstStyle/>
          <a:p>
            <a:pPr algn="l"/>
            <a:r>
              <a:rPr lang="en-US" b="0" i="0" u="none" strike="noStrike" baseline="0" dirty="0">
                <a:latin typeface="TimesTen-Roman"/>
              </a:rPr>
              <a:t>Solve the </a:t>
            </a:r>
            <a:r>
              <a:rPr lang="en-US" b="0" i="0" u="none" strike="noStrike" baseline="0" dirty="0">
                <a:solidFill>
                  <a:srgbClr val="7030A0"/>
                </a:solidFill>
                <a:latin typeface="TimesTen-Roman"/>
              </a:rPr>
              <a:t>constrained-optimization problem </a:t>
            </a:r>
            <a:r>
              <a:rPr lang="en-US" b="0" i="0" u="none" strike="noStrike" baseline="0" dirty="0">
                <a:latin typeface="TimesTen-Roman"/>
              </a:rPr>
              <a:t>by using the </a:t>
            </a:r>
            <a:r>
              <a:rPr lang="en-US" b="0" i="1" u="none" strike="noStrike" baseline="0" dirty="0">
                <a:solidFill>
                  <a:srgbClr val="FF0000"/>
                </a:solidFill>
                <a:latin typeface="TimesTen-Italic"/>
              </a:rPr>
              <a:t>method of Lagrange multipliers</a:t>
            </a:r>
            <a:endParaRPr lang="en-US" b="0" i="0" u="none" strike="noStrike" baseline="0" dirty="0">
              <a:solidFill>
                <a:srgbClr val="FF0000"/>
              </a:solidFill>
              <a:latin typeface="TimesTen-Roman"/>
            </a:endParaRPr>
          </a:p>
          <a:p>
            <a:pPr algn="l"/>
            <a:r>
              <a:rPr lang="en-US" b="0" i="0" u="none" strike="noStrike" baseline="0" dirty="0">
                <a:latin typeface="TimesTen-Roman"/>
              </a:rPr>
              <a:t>First, we construct the </a:t>
            </a:r>
            <a:r>
              <a:rPr lang="en-US" b="0" i="1" u="none" strike="noStrike" baseline="0" dirty="0" err="1">
                <a:solidFill>
                  <a:srgbClr val="FF0000"/>
                </a:solidFill>
                <a:latin typeface="TimesTen-Italic"/>
              </a:rPr>
              <a:t>Lagrangian</a:t>
            </a:r>
            <a:r>
              <a:rPr lang="en-US" b="0" i="1" u="none" strike="noStrike" baseline="0" dirty="0">
                <a:solidFill>
                  <a:srgbClr val="FF0000"/>
                </a:solidFill>
                <a:latin typeface="TimesTen-Italic"/>
              </a:rPr>
              <a:t> function</a:t>
            </a:r>
            <a:endParaRPr lang="en-US" b="0" i="0" u="none" strike="noStrike" baseline="0" dirty="0">
              <a:solidFill>
                <a:srgbClr val="FF0000"/>
              </a:solidFill>
              <a:latin typeface="TimesTen-Roman"/>
            </a:endParaRPr>
          </a:p>
          <a:p>
            <a:endParaRPr lang="en-US" sz="4000" dirty="0"/>
          </a:p>
        </p:txBody>
      </p:sp>
      <p:sp>
        <p:nvSpPr>
          <p:cNvPr id="3" name="Date Placeholder 2">
            <a:extLst>
              <a:ext uri="{FF2B5EF4-FFF2-40B4-BE49-F238E27FC236}">
                <a16:creationId xmlns:a16="http://schemas.microsoft.com/office/drawing/2014/main" id="{5DAFB446-731D-47DA-9E51-3C257F8F3B02}"/>
              </a:ext>
            </a:extLst>
          </p:cNvPr>
          <p:cNvSpPr>
            <a:spLocks noGrp="1"/>
          </p:cNvSpPr>
          <p:nvPr>
            <p:ph type="dt" sz="half" idx="10"/>
          </p:nvPr>
        </p:nvSpPr>
        <p:spPr/>
        <p:txBody>
          <a:bodyPr/>
          <a:lstStyle/>
          <a:p>
            <a:fld id="{48940D79-1462-42F3-B190-3F47EE76BA3B}" type="datetime1">
              <a:rPr lang="en-US" smtClean="0"/>
              <a:t>3/21/2022</a:t>
            </a:fld>
            <a:endParaRPr lang="en-US"/>
          </a:p>
        </p:txBody>
      </p:sp>
      <p:sp>
        <p:nvSpPr>
          <p:cNvPr id="4" name="Footer Placeholder 3">
            <a:extLst>
              <a:ext uri="{FF2B5EF4-FFF2-40B4-BE49-F238E27FC236}">
                <a16:creationId xmlns:a16="http://schemas.microsoft.com/office/drawing/2014/main" id="{402E272E-3020-4150-A58D-2C940AEE2B52}"/>
              </a:ext>
            </a:extLst>
          </p:cNvPr>
          <p:cNvSpPr>
            <a:spLocks noGrp="1"/>
          </p:cNvSpPr>
          <p:nvPr>
            <p:ph type="ftr" sz="quarter" idx="11"/>
          </p:nvPr>
        </p:nvSpPr>
        <p:spPr/>
        <p:txBody>
          <a:bodyPr/>
          <a:lstStyle/>
          <a:p>
            <a:r>
              <a:rPr lang="en-US"/>
              <a:t>Presented by    Dr. AKHTAR JAMIL </a:t>
            </a:r>
            <a:endParaRPr lang="en-US" dirty="0"/>
          </a:p>
        </p:txBody>
      </p:sp>
      <p:sp>
        <p:nvSpPr>
          <p:cNvPr id="5" name="Slide Number Placeholder 4">
            <a:extLst>
              <a:ext uri="{FF2B5EF4-FFF2-40B4-BE49-F238E27FC236}">
                <a16:creationId xmlns:a16="http://schemas.microsoft.com/office/drawing/2014/main" id="{F5549467-8E19-4044-9E24-19013D9C322E}"/>
              </a:ext>
            </a:extLst>
          </p:cNvPr>
          <p:cNvSpPr>
            <a:spLocks noGrp="1"/>
          </p:cNvSpPr>
          <p:nvPr>
            <p:ph type="sldNum" sz="quarter" idx="12"/>
          </p:nvPr>
        </p:nvSpPr>
        <p:spPr/>
        <p:txBody>
          <a:bodyPr/>
          <a:lstStyle/>
          <a:p>
            <a:fld id="{B6F15528-21DE-4FAA-801E-634DDDAF4B2B}" type="slidenum">
              <a:rPr lang="en-US" smtClean="0"/>
              <a:pPr/>
              <a:t>6</a:t>
            </a:fld>
            <a:endParaRPr lang="en-US"/>
          </a:p>
        </p:txBody>
      </p:sp>
      <p:sp>
        <p:nvSpPr>
          <p:cNvPr id="6" name="Title 5">
            <a:extLst>
              <a:ext uri="{FF2B5EF4-FFF2-40B4-BE49-F238E27FC236}">
                <a16:creationId xmlns:a16="http://schemas.microsoft.com/office/drawing/2014/main" id="{2B801E87-3640-4B37-8DC4-AABC89FC0445}"/>
              </a:ext>
            </a:extLst>
          </p:cNvPr>
          <p:cNvSpPr>
            <a:spLocks noGrp="1"/>
          </p:cNvSpPr>
          <p:nvPr>
            <p:ph type="title"/>
          </p:nvPr>
        </p:nvSpPr>
        <p:spPr/>
        <p:txBody>
          <a:bodyPr/>
          <a:lstStyle/>
          <a:p>
            <a:r>
              <a:rPr lang="en-US" altLang="zh-CN" sz="3600" dirty="0">
                <a:ea typeface="SimSun" panose="02010600030101010101" pitchFamily="2" charset="-122"/>
              </a:rPr>
              <a:t>The Dual Problem</a:t>
            </a:r>
            <a:endParaRPr lang="en-US" dirty="0"/>
          </a:p>
        </p:txBody>
      </p:sp>
      <p:pic>
        <p:nvPicPr>
          <p:cNvPr id="9" name="Picture 8">
            <a:extLst>
              <a:ext uri="{FF2B5EF4-FFF2-40B4-BE49-F238E27FC236}">
                <a16:creationId xmlns:a16="http://schemas.microsoft.com/office/drawing/2014/main" id="{3B575A11-F37F-46E9-B38D-550FCF316FCE}"/>
              </a:ext>
            </a:extLst>
          </p:cNvPr>
          <p:cNvPicPr>
            <a:picLocks noChangeAspect="1"/>
          </p:cNvPicPr>
          <p:nvPr/>
        </p:nvPicPr>
        <p:blipFill>
          <a:blip r:embed="rId2"/>
          <a:stretch>
            <a:fillRect/>
          </a:stretch>
        </p:blipFill>
        <p:spPr>
          <a:xfrm>
            <a:off x="1517374" y="3429000"/>
            <a:ext cx="6076950" cy="1019175"/>
          </a:xfrm>
          <a:prstGeom prst="rect">
            <a:avLst/>
          </a:prstGeom>
        </p:spPr>
      </p:pic>
    </p:spTree>
    <p:extLst>
      <p:ext uri="{BB962C8B-B14F-4D97-AF65-F5344CB8AC3E}">
        <p14:creationId xmlns:p14="http://schemas.microsoft.com/office/powerpoint/2010/main" val="37074826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Date Placeholder 9">
            <a:extLst>
              <a:ext uri="{FF2B5EF4-FFF2-40B4-BE49-F238E27FC236}">
                <a16:creationId xmlns:a16="http://schemas.microsoft.com/office/drawing/2014/main" id="{6636EFF8-4C36-42B3-8CE8-9D941CD53430}"/>
              </a:ext>
            </a:extLst>
          </p:cNvPr>
          <p:cNvSpPr>
            <a:spLocks noGrp="1"/>
          </p:cNvSpPr>
          <p:nvPr>
            <p:ph type="dt" sz="half" idx="10"/>
          </p:nvPr>
        </p:nvSpPr>
        <p:spPr/>
        <p:txBody>
          <a:bodyPr/>
          <a:lstStyle/>
          <a:p>
            <a:fld id="{30B3C041-F0BC-41AB-9FDC-6D83AE32EE4B}" type="datetime1">
              <a:rPr lang="en-US" altLang="zh-CN" smtClean="0"/>
              <a:t>3/21/2022</a:t>
            </a:fld>
            <a:endParaRPr lang="en-US" altLang="zh-CN"/>
          </a:p>
        </p:txBody>
      </p:sp>
      <p:sp>
        <p:nvSpPr>
          <p:cNvPr id="11" name="Slide Number Placeholder 10">
            <a:extLst>
              <a:ext uri="{FF2B5EF4-FFF2-40B4-BE49-F238E27FC236}">
                <a16:creationId xmlns:a16="http://schemas.microsoft.com/office/drawing/2014/main" id="{2C41F9F0-C3F5-489C-AA38-701CECD5B862}"/>
              </a:ext>
            </a:extLst>
          </p:cNvPr>
          <p:cNvSpPr>
            <a:spLocks noGrp="1"/>
          </p:cNvSpPr>
          <p:nvPr>
            <p:ph type="sldNum" sz="quarter" idx="11"/>
          </p:nvPr>
        </p:nvSpPr>
        <p:spPr/>
        <p:txBody>
          <a:bodyPr/>
          <a:lstStyle/>
          <a:p>
            <a:fld id="{22118737-39EF-4033-8789-C5B4F3E50F68}" type="slidenum">
              <a:rPr lang="zh-CN" altLang="en-US"/>
              <a:pPr/>
              <a:t>7</a:t>
            </a:fld>
            <a:endParaRPr lang="en-US" altLang="zh-CN"/>
          </a:p>
        </p:txBody>
      </p:sp>
      <p:pic>
        <p:nvPicPr>
          <p:cNvPr id="262154" name="Picture 2058">
            <a:extLst>
              <a:ext uri="{FF2B5EF4-FFF2-40B4-BE49-F238E27FC236}">
                <a16:creationId xmlns:a16="http://schemas.microsoft.com/office/drawing/2014/main" id="{A7497AC8-8C2D-46A5-BCC1-3CA3B876759B}"/>
              </a:ext>
            </a:extLst>
          </p:cNvPr>
          <p:cNvPicPr>
            <a:picLocks noChangeAspect="1" noChangeArrowheads="1"/>
          </p:cNvPicPr>
          <p:nvPr>
            <p:custDataLst>
              <p:tags r:id="rId1"/>
            </p:custDataLst>
          </p:nvPr>
        </p:nvPicPr>
        <p:blipFill>
          <a:blip r:embed="rId5" cstate="print">
            <a:extLst>
              <a:ext uri="{28A0092B-C50C-407E-A947-70E740481C1C}">
                <a14:useLocalDpi xmlns:a14="http://schemas.microsoft.com/office/drawing/2010/main" val="0"/>
              </a:ext>
            </a:extLst>
          </a:blip>
          <a:srcRect/>
          <a:stretch>
            <a:fillRect/>
          </a:stretch>
        </p:blipFill>
        <p:spPr bwMode="auto">
          <a:xfrm>
            <a:off x="1144588" y="4956175"/>
            <a:ext cx="5330825" cy="836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62146" name="Rectangle 2050">
            <a:extLst>
              <a:ext uri="{FF2B5EF4-FFF2-40B4-BE49-F238E27FC236}">
                <a16:creationId xmlns:a16="http://schemas.microsoft.com/office/drawing/2014/main" id="{70EFC5BF-C3F1-412D-B308-F56EEF0F471F}"/>
              </a:ext>
            </a:extLst>
          </p:cNvPr>
          <p:cNvSpPr>
            <a:spLocks noGrp="1" noChangeArrowheads="1"/>
          </p:cNvSpPr>
          <p:nvPr>
            <p:ph type="title"/>
          </p:nvPr>
        </p:nvSpPr>
        <p:spPr/>
        <p:txBody>
          <a:bodyPr/>
          <a:lstStyle/>
          <a:p>
            <a:r>
              <a:rPr lang="en-US" altLang="zh-CN" sz="2800" dirty="0">
                <a:ea typeface="SimSun" panose="02010600030101010101" pitchFamily="2" charset="-122"/>
              </a:rPr>
              <a:t>The Dual Problem</a:t>
            </a:r>
          </a:p>
        </p:txBody>
      </p:sp>
      <p:sp>
        <p:nvSpPr>
          <p:cNvPr id="262147" name="Rectangle 2051">
            <a:extLst>
              <a:ext uri="{FF2B5EF4-FFF2-40B4-BE49-F238E27FC236}">
                <a16:creationId xmlns:a16="http://schemas.microsoft.com/office/drawing/2014/main" id="{3A9658AE-8677-4C8C-BA51-C9A997D54ABE}"/>
              </a:ext>
            </a:extLst>
          </p:cNvPr>
          <p:cNvSpPr>
            <a:spLocks noGrp="1" noChangeArrowheads="1"/>
          </p:cNvSpPr>
          <p:nvPr>
            <p:ph type="body" idx="1"/>
          </p:nvPr>
        </p:nvSpPr>
        <p:spPr/>
        <p:txBody>
          <a:bodyPr/>
          <a:lstStyle/>
          <a:p>
            <a:r>
              <a:rPr lang="en-US" altLang="zh-CN" dirty="0">
                <a:ea typeface="SimSun" panose="02010600030101010101" pitchFamily="2" charset="-122"/>
              </a:rPr>
              <a:t>The new objective function is in </a:t>
            </a:r>
            <a:r>
              <a:rPr lang="en-US" altLang="zh-CN" dirty="0">
                <a:solidFill>
                  <a:srgbClr val="7030A0"/>
                </a:solidFill>
                <a:ea typeface="SimSun" panose="02010600030101010101" pitchFamily="2" charset="-122"/>
              </a:rPr>
              <a:t>terms of </a:t>
            </a:r>
            <a:r>
              <a:rPr lang="en-US" altLang="zh-CN" dirty="0">
                <a:solidFill>
                  <a:srgbClr val="7030A0"/>
                </a:solidFill>
                <a:latin typeface="Symbol" panose="05050102010706020507" pitchFamily="18" charset="2"/>
                <a:ea typeface="SimSun" panose="02010600030101010101" pitchFamily="2" charset="-122"/>
              </a:rPr>
              <a:t>a</a:t>
            </a:r>
            <a:r>
              <a:rPr lang="en-US" altLang="zh-CN" baseline="-25000" dirty="0">
                <a:solidFill>
                  <a:srgbClr val="7030A0"/>
                </a:solidFill>
                <a:ea typeface="SimSun" panose="02010600030101010101" pitchFamily="2" charset="-122"/>
              </a:rPr>
              <a:t>i</a:t>
            </a:r>
            <a:r>
              <a:rPr lang="en-US" altLang="zh-CN" dirty="0">
                <a:solidFill>
                  <a:srgbClr val="7030A0"/>
                </a:solidFill>
                <a:ea typeface="SimSun" panose="02010600030101010101" pitchFamily="2" charset="-122"/>
              </a:rPr>
              <a:t> only</a:t>
            </a:r>
          </a:p>
          <a:p>
            <a:r>
              <a:rPr lang="en-US" altLang="zh-CN" dirty="0">
                <a:ea typeface="SimSun" panose="02010600030101010101" pitchFamily="2" charset="-122"/>
              </a:rPr>
              <a:t>It is known as the </a:t>
            </a:r>
            <a:r>
              <a:rPr lang="en-US" altLang="zh-CN" dirty="0">
                <a:solidFill>
                  <a:srgbClr val="FF0000"/>
                </a:solidFill>
                <a:ea typeface="SimSun" panose="02010600030101010101" pitchFamily="2" charset="-122"/>
              </a:rPr>
              <a:t>dual problem</a:t>
            </a:r>
            <a:r>
              <a:rPr lang="en-US" altLang="zh-CN" dirty="0">
                <a:ea typeface="SimSun" panose="02010600030101010101" pitchFamily="2" charset="-122"/>
              </a:rPr>
              <a:t>: if we know </a:t>
            </a:r>
            <a:r>
              <a:rPr lang="en-US" altLang="zh-CN" b="1" dirty="0">
                <a:ea typeface="SimSun" panose="02010600030101010101" pitchFamily="2" charset="-122"/>
              </a:rPr>
              <a:t>w</a:t>
            </a:r>
            <a:r>
              <a:rPr lang="en-US" altLang="zh-CN" dirty="0">
                <a:ea typeface="SimSun" panose="02010600030101010101" pitchFamily="2" charset="-122"/>
              </a:rPr>
              <a:t>, we know all </a:t>
            </a:r>
            <a:r>
              <a:rPr lang="en-US" altLang="zh-CN" dirty="0">
                <a:latin typeface="Symbol" panose="05050102010706020507" pitchFamily="18" charset="2"/>
                <a:ea typeface="SimSun" panose="02010600030101010101" pitchFamily="2" charset="-122"/>
              </a:rPr>
              <a:t>a</a:t>
            </a:r>
            <a:r>
              <a:rPr lang="en-US" altLang="zh-CN" baseline="-25000" dirty="0">
                <a:ea typeface="SimSun" panose="02010600030101010101" pitchFamily="2" charset="-122"/>
              </a:rPr>
              <a:t>i</a:t>
            </a:r>
            <a:r>
              <a:rPr lang="en-US" altLang="zh-CN" dirty="0">
                <a:ea typeface="SimSun" panose="02010600030101010101" pitchFamily="2" charset="-122"/>
              </a:rPr>
              <a:t>; if we know all </a:t>
            </a:r>
            <a:r>
              <a:rPr lang="en-US" altLang="zh-CN" dirty="0">
                <a:latin typeface="Symbol" panose="05050102010706020507" pitchFamily="18" charset="2"/>
                <a:ea typeface="SimSun" panose="02010600030101010101" pitchFamily="2" charset="-122"/>
              </a:rPr>
              <a:t>a</a:t>
            </a:r>
            <a:r>
              <a:rPr lang="en-US" altLang="zh-CN" baseline="-25000" dirty="0">
                <a:ea typeface="SimSun" panose="02010600030101010101" pitchFamily="2" charset="-122"/>
              </a:rPr>
              <a:t>i</a:t>
            </a:r>
            <a:r>
              <a:rPr lang="en-US" altLang="zh-CN" dirty="0">
                <a:ea typeface="SimSun" panose="02010600030101010101" pitchFamily="2" charset="-122"/>
              </a:rPr>
              <a:t>, we know </a:t>
            </a:r>
            <a:r>
              <a:rPr lang="en-US" altLang="zh-CN" b="1" dirty="0">
                <a:ea typeface="SimSun" panose="02010600030101010101" pitchFamily="2" charset="-122"/>
              </a:rPr>
              <a:t>w</a:t>
            </a:r>
          </a:p>
          <a:p>
            <a:r>
              <a:rPr lang="en-US" altLang="zh-CN" dirty="0">
                <a:ea typeface="SimSun" panose="02010600030101010101" pitchFamily="2" charset="-122"/>
              </a:rPr>
              <a:t>The </a:t>
            </a:r>
            <a:r>
              <a:rPr lang="en-US" altLang="zh-CN" dirty="0">
                <a:solidFill>
                  <a:srgbClr val="00B050"/>
                </a:solidFill>
                <a:ea typeface="SimSun" panose="02010600030101010101" pitchFamily="2" charset="-122"/>
              </a:rPr>
              <a:t>objective function </a:t>
            </a:r>
            <a:r>
              <a:rPr lang="en-US" altLang="zh-CN" dirty="0">
                <a:ea typeface="SimSun" panose="02010600030101010101" pitchFamily="2" charset="-122"/>
              </a:rPr>
              <a:t>of the dual problem needs to be maximized</a:t>
            </a:r>
          </a:p>
        </p:txBody>
      </p:sp>
      <p:pic>
        <p:nvPicPr>
          <p:cNvPr id="262149" name="Picture 2053">
            <a:extLst>
              <a:ext uri="{FF2B5EF4-FFF2-40B4-BE49-F238E27FC236}">
                <a16:creationId xmlns:a16="http://schemas.microsoft.com/office/drawing/2014/main" id="{36781EDB-DAC4-47BC-9653-F19007CFCD6B}"/>
              </a:ext>
            </a:extLst>
          </p:cNvPr>
          <p:cNvPicPr>
            <a:picLocks noChangeAspect="1" noChangeArrowheads="1"/>
          </p:cNvPicPr>
          <p:nvPr>
            <p:custDataLst>
              <p:tags r:id="rId2"/>
            </p:custDataLst>
          </p:nvPr>
        </p:nvPicPr>
        <p:blipFill>
          <a:blip r:embed="rId6" cstate="print">
            <a:extLst>
              <a:ext uri="{28A0092B-C50C-407E-A947-70E740481C1C}">
                <a14:useLocalDpi xmlns:a14="http://schemas.microsoft.com/office/drawing/2010/main" val="0"/>
              </a:ext>
            </a:extLst>
          </a:blip>
          <a:srcRect/>
          <a:stretch>
            <a:fillRect/>
          </a:stretch>
        </p:blipFill>
        <p:spPr bwMode="auto">
          <a:xfrm>
            <a:off x="914400" y="3951647"/>
            <a:ext cx="7315200" cy="933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62152" name="AutoShape 2056">
            <a:extLst>
              <a:ext uri="{FF2B5EF4-FFF2-40B4-BE49-F238E27FC236}">
                <a16:creationId xmlns:a16="http://schemas.microsoft.com/office/drawing/2014/main" id="{2FD5406D-B1CE-464E-8EC6-012AD24302AB}"/>
              </a:ext>
            </a:extLst>
          </p:cNvPr>
          <p:cNvSpPr>
            <a:spLocks noChangeArrowheads="1"/>
          </p:cNvSpPr>
          <p:nvPr/>
        </p:nvSpPr>
        <p:spPr bwMode="auto">
          <a:xfrm rot="-7243134">
            <a:off x="2895600" y="5486400"/>
            <a:ext cx="228600" cy="381000"/>
          </a:xfrm>
          <a:prstGeom prst="downArrow">
            <a:avLst>
              <a:gd name="adj1" fmla="val 50000"/>
              <a:gd name="adj2" fmla="val 41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2153" name="AutoShape 2057">
            <a:extLst>
              <a:ext uri="{FF2B5EF4-FFF2-40B4-BE49-F238E27FC236}">
                <a16:creationId xmlns:a16="http://schemas.microsoft.com/office/drawing/2014/main" id="{BD5F61EF-E571-427B-8A31-5EBB2D83DF7C}"/>
              </a:ext>
            </a:extLst>
          </p:cNvPr>
          <p:cNvSpPr>
            <a:spLocks noChangeArrowheads="1"/>
          </p:cNvSpPr>
          <p:nvPr/>
        </p:nvSpPr>
        <p:spPr bwMode="auto">
          <a:xfrm rot="-15229533">
            <a:off x="6553200" y="5181600"/>
            <a:ext cx="304800" cy="914400"/>
          </a:xfrm>
          <a:prstGeom prst="downArrow">
            <a:avLst>
              <a:gd name="adj1" fmla="val 50000"/>
              <a:gd name="adj2" fmla="val 75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 name="Footer Placeholder 1">
            <a:extLst>
              <a:ext uri="{FF2B5EF4-FFF2-40B4-BE49-F238E27FC236}">
                <a16:creationId xmlns:a16="http://schemas.microsoft.com/office/drawing/2014/main" id="{D760D95B-A4B9-41DF-89DE-0F95E437C22F}"/>
              </a:ext>
            </a:extLst>
          </p:cNvPr>
          <p:cNvSpPr>
            <a:spLocks noGrp="1"/>
          </p:cNvSpPr>
          <p:nvPr>
            <p:ph type="ftr" sz="quarter" idx="11"/>
          </p:nvPr>
        </p:nvSpPr>
        <p:spPr/>
        <p:txBody>
          <a:bodyPr/>
          <a:lstStyle/>
          <a:p>
            <a:r>
              <a:rPr lang="en-US"/>
              <a:t>Presented by    Dr. AKHTAR JAMIL </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8B34057-B04E-4020-8F3A-3E9F685CB050}"/>
              </a:ext>
            </a:extLst>
          </p:cNvPr>
          <p:cNvSpPr>
            <a:spLocks noGrp="1"/>
          </p:cNvSpPr>
          <p:nvPr>
            <p:ph idx="1"/>
          </p:nvPr>
        </p:nvSpPr>
        <p:spPr/>
        <p:txBody>
          <a:bodyPr/>
          <a:lstStyle/>
          <a:p>
            <a:pPr algn="l"/>
            <a:r>
              <a:rPr lang="en-US" sz="2400" b="0" i="1" u="none" strike="noStrike" baseline="0" dirty="0">
                <a:latin typeface="TimesTen-Italic"/>
              </a:rPr>
              <a:t>Given the training sample </a:t>
            </a:r>
            <a:r>
              <a:rPr lang="en-US" sz="2400" b="0" i="0" u="none" strike="noStrike" baseline="0" dirty="0">
                <a:latin typeface="MathematicalPi-One"/>
              </a:rPr>
              <a:t> </a:t>
            </a:r>
            <a:r>
              <a:rPr lang="en-US" sz="2400" b="0" i="0" u="none" strike="noStrike" baseline="0" dirty="0">
                <a:latin typeface="TimesTen-Roman"/>
              </a:rPr>
              <a:t>{</a:t>
            </a:r>
            <a:r>
              <a:rPr lang="en-US" sz="2400" b="1" i="1" u="none" strike="noStrike" baseline="0" dirty="0">
                <a:latin typeface="TimesTen-BoldItalic"/>
              </a:rPr>
              <a:t>x</a:t>
            </a:r>
            <a:r>
              <a:rPr lang="en-US" sz="2400" b="0" i="1" u="none" strike="noStrike" baseline="0" dirty="0">
                <a:latin typeface="TimesTen-Italic"/>
              </a:rPr>
              <a:t>i</a:t>
            </a:r>
            <a:r>
              <a:rPr lang="en-US" sz="2400" b="0" i="0" u="none" strike="noStrike" baseline="0" dirty="0">
                <a:latin typeface="TimesTen-Roman"/>
              </a:rPr>
              <a:t>, </a:t>
            </a:r>
            <a:r>
              <a:rPr lang="en-US" sz="2400" b="0" i="1" u="none" strike="noStrike" baseline="0" dirty="0">
                <a:latin typeface="TimesTen-Italic"/>
              </a:rPr>
              <a:t>di</a:t>
            </a:r>
            <a:r>
              <a:rPr lang="en-US" sz="2400" b="0" i="0" u="none" strike="noStrike" baseline="0" dirty="0">
                <a:latin typeface="TimesTen-Roman"/>
              </a:rPr>
              <a:t>}</a:t>
            </a:r>
            <a:r>
              <a:rPr lang="en-US" sz="2400" i="1" dirty="0">
                <a:latin typeface="TimesTen-Italic"/>
              </a:rPr>
              <a:t> </a:t>
            </a:r>
            <a:r>
              <a:rPr lang="en-US" sz="2400" b="0" i="1" u="none" strike="noStrike" baseline="0" dirty="0">
                <a:latin typeface="TimesTen-Italic"/>
              </a:rPr>
              <a:t>find the </a:t>
            </a:r>
            <a:r>
              <a:rPr lang="en-US" sz="2400" b="0" i="1" u="none" strike="noStrike" baseline="0" dirty="0">
                <a:solidFill>
                  <a:srgbClr val="00B050"/>
                </a:solidFill>
                <a:latin typeface="TimesTen-Italic"/>
              </a:rPr>
              <a:t>Lagrange multipliers that maximize the objective function</a:t>
            </a:r>
            <a:r>
              <a:rPr lang="en-US" sz="2400" b="0" i="1" u="none" strike="noStrike" baseline="0" dirty="0">
                <a:latin typeface="TimesTen-Italic"/>
              </a:rPr>
              <a:t>.</a:t>
            </a:r>
          </a:p>
          <a:p>
            <a:pPr algn="l"/>
            <a:r>
              <a:rPr lang="en-US" sz="2400" i="1" dirty="0">
                <a:latin typeface="TimesTen-Italic"/>
              </a:rPr>
              <a:t>Using Lagrange multipliers we can find </a:t>
            </a:r>
            <a:r>
              <a:rPr lang="en-US" sz="2400" i="1" dirty="0">
                <a:solidFill>
                  <a:srgbClr val="FF0000"/>
                </a:solidFill>
                <a:latin typeface="TimesTen-Italic"/>
              </a:rPr>
              <a:t>optimal weights</a:t>
            </a:r>
            <a:r>
              <a:rPr lang="en-US" sz="2400" i="1" dirty="0">
                <a:latin typeface="TimesTen-Italic"/>
              </a:rPr>
              <a:t>:</a:t>
            </a:r>
            <a:endParaRPr lang="en-US" sz="2400" b="0" i="0" u="none" strike="noStrike" baseline="0" dirty="0">
              <a:latin typeface="TimesTen-Italic"/>
            </a:endParaRPr>
          </a:p>
          <a:p>
            <a:endParaRPr lang="en-US" dirty="0"/>
          </a:p>
        </p:txBody>
      </p:sp>
      <p:sp>
        <p:nvSpPr>
          <p:cNvPr id="3" name="Date Placeholder 2">
            <a:extLst>
              <a:ext uri="{FF2B5EF4-FFF2-40B4-BE49-F238E27FC236}">
                <a16:creationId xmlns:a16="http://schemas.microsoft.com/office/drawing/2014/main" id="{91B866C8-B1BC-46D4-BFF0-41B2AE85C796}"/>
              </a:ext>
            </a:extLst>
          </p:cNvPr>
          <p:cNvSpPr>
            <a:spLocks noGrp="1"/>
          </p:cNvSpPr>
          <p:nvPr>
            <p:ph type="dt" sz="half" idx="10"/>
          </p:nvPr>
        </p:nvSpPr>
        <p:spPr/>
        <p:txBody>
          <a:bodyPr/>
          <a:lstStyle/>
          <a:p>
            <a:fld id="{688045DD-B97C-47E7-80BD-2D7A62CE3CBC}" type="datetime1">
              <a:rPr lang="en-US" smtClean="0"/>
              <a:t>3/21/2022</a:t>
            </a:fld>
            <a:endParaRPr lang="en-US"/>
          </a:p>
        </p:txBody>
      </p:sp>
      <p:sp>
        <p:nvSpPr>
          <p:cNvPr id="4" name="Footer Placeholder 3">
            <a:extLst>
              <a:ext uri="{FF2B5EF4-FFF2-40B4-BE49-F238E27FC236}">
                <a16:creationId xmlns:a16="http://schemas.microsoft.com/office/drawing/2014/main" id="{EF4387A4-29ED-4663-BF68-8B8E85896944}"/>
              </a:ext>
            </a:extLst>
          </p:cNvPr>
          <p:cNvSpPr>
            <a:spLocks noGrp="1"/>
          </p:cNvSpPr>
          <p:nvPr>
            <p:ph type="ftr" sz="quarter" idx="11"/>
          </p:nvPr>
        </p:nvSpPr>
        <p:spPr/>
        <p:txBody>
          <a:bodyPr/>
          <a:lstStyle/>
          <a:p>
            <a:r>
              <a:rPr lang="en-US"/>
              <a:t>Presented by    Dr. AKHTAR JAMIL </a:t>
            </a:r>
            <a:endParaRPr lang="en-US" dirty="0"/>
          </a:p>
        </p:txBody>
      </p:sp>
      <p:sp>
        <p:nvSpPr>
          <p:cNvPr id="5" name="Slide Number Placeholder 4">
            <a:extLst>
              <a:ext uri="{FF2B5EF4-FFF2-40B4-BE49-F238E27FC236}">
                <a16:creationId xmlns:a16="http://schemas.microsoft.com/office/drawing/2014/main" id="{BE5F16CA-529B-4773-81B1-B6A71243D001}"/>
              </a:ext>
            </a:extLst>
          </p:cNvPr>
          <p:cNvSpPr>
            <a:spLocks noGrp="1"/>
          </p:cNvSpPr>
          <p:nvPr>
            <p:ph type="sldNum" sz="quarter" idx="12"/>
          </p:nvPr>
        </p:nvSpPr>
        <p:spPr/>
        <p:txBody>
          <a:bodyPr/>
          <a:lstStyle/>
          <a:p>
            <a:fld id="{B6F15528-21DE-4FAA-801E-634DDDAF4B2B}" type="slidenum">
              <a:rPr lang="en-US" smtClean="0"/>
              <a:pPr/>
              <a:t>8</a:t>
            </a:fld>
            <a:endParaRPr lang="en-US"/>
          </a:p>
        </p:txBody>
      </p:sp>
      <p:sp>
        <p:nvSpPr>
          <p:cNvPr id="6" name="Title 5">
            <a:extLst>
              <a:ext uri="{FF2B5EF4-FFF2-40B4-BE49-F238E27FC236}">
                <a16:creationId xmlns:a16="http://schemas.microsoft.com/office/drawing/2014/main" id="{DC638992-73B0-4E75-B8A5-D28C14E13B00}"/>
              </a:ext>
            </a:extLst>
          </p:cNvPr>
          <p:cNvSpPr>
            <a:spLocks noGrp="1"/>
          </p:cNvSpPr>
          <p:nvPr>
            <p:ph type="title"/>
          </p:nvPr>
        </p:nvSpPr>
        <p:spPr/>
        <p:txBody>
          <a:bodyPr/>
          <a:lstStyle/>
          <a:p>
            <a:r>
              <a:rPr lang="en-US" altLang="zh-CN" sz="3600" dirty="0">
                <a:ea typeface="SimSun" panose="02010600030101010101" pitchFamily="2" charset="-122"/>
              </a:rPr>
              <a:t>The Dual Problem</a:t>
            </a:r>
            <a:endParaRPr lang="en-US" dirty="0"/>
          </a:p>
        </p:txBody>
      </p:sp>
      <p:pic>
        <p:nvPicPr>
          <p:cNvPr id="9" name="Picture 8">
            <a:extLst>
              <a:ext uri="{FF2B5EF4-FFF2-40B4-BE49-F238E27FC236}">
                <a16:creationId xmlns:a16="http://schemas.microsoft.com/office/drawing/2014/main" id="{0EEBD4FD-3425-49B9-9C39-E9692867E482}"/>
              </a:ext>
            </a:extLst>
          </p:cNvPr>
          <p:cNvPicPr>
            <a:picLocks noChangeAspect="1"/>
          </p:cNvPicPr>
          <p:nvPr/>
        </p:nvPicPr>
        <p:blipFill>
          <a:blip r:embed="rId2"/>
          <a:stretch>
            <a:fillRect/>
          </a:stretch>
        </p:blipFill>
        <p:spPr>
          <a:xfrm>
            <a:off x="1600200" y="3344863"/>
            <a:ext cx="6076950" cy="2781300"/>
          </a:xfrm>
          <a:prstGeom prst="rect">
            <a:avLst/>
          </a:prstGeom>
        </p:spPr>
      </p:pic>
    </p:spTree>
    <p:extLst>
      <p:ext uri="{BB962C8B-B14F-4D97-AF65-F5344CB8AC3E}">
        <p14:creationId xmlns:p14="http://schemas.microsoft.com/office/powerpoint/2010/main" val="37088628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Date Placeholder 34">
            <a:extLst>
              <a:ext uri="{FF2B5EF4-FFF2-40B4-BE49-F238E27FC236}">
                <a16:creationId xmlns:a16="http://schemas.microsoft.com/office/drawing/2014/main" id="{DDCF4F18-E7E2-4428-BA55-912FD0655CA9}"/>
              </a:ext>
            </a:extLst>
          </p:cNvPr>
          <p:cNvSpPr>
            <a:spLocks noGrp="1"/>
          </p:cNvSpPr>
          <p:nvPr>
            <p:ph type="dt" sz="half" idx="10"/>
          </p:nvPr>
        </p:nvSpPr>
        <p:spPr/>
        <p:txBody>
          <a:bodyPr/>
          <a:lstStyle/>
          <a:p>
            <a:fld id="{2F75341A-B0C1-4157-91EE-C1B92872FB07}" type="datetime1">
              <a:rPr lang="en-US" altLang="zh-CN" smtClean="0"/>
              <a:t>3/21/2022</a:t>
            </a:fld>
            <a:endParaRPr lang="en-US" altLang="zh-CN"/>
          </a:p>
        </p:txBody>
      </p:sp>
      <p:sp>
        <p:nvSpPr>
          <p:cNvPr id="36" name="Slide Number Placeholder 35">
            <a:extLst>
              <a:ext uri="{FF2B5EF4-FFF2-40B4-BE49-F238E27FC236}">
                <a16:creationId xmlns:a16="http://schemas.microsoft.com/office/drawing/2014/main" id="{6F11F71E-56B1-4C79-87F4-C5166C8145F0}"/>
              </a:ext>
            </a:extLst>
          </p:cNvPr>
          <p:cNvSpPr>
            <a:spLocks noGrp="1"/>
          </p:cNvSpPr>
          <p:nvPr>
            <p:ph type="sldNum" sz="quarter" idx="11"/>
          </p:nvPr>
        </p:nvSpPr>
        <p:spPr/>
        <p:txBody>
          <a:bodyPr/>
          <a:lstStyle/>
          <a:p>
            <a:fld id="{BD07B44F-D2F6-413A-AA4A-C78EA02C63AA}" type="slidenum">
              <a:rPr lang="zh-CN" altLang="en-US"/>
              <a:pPr/>
              <a:t>9</a:t>
            </a:fld>
            <a:endParaRPr lang="en-US" altLang="zh-CN"/>
          </a:p>
        </p:txBody>
      </p:sp>
      <p:sp>
        <p:nvSpPr>
          <p:cNvPr id="180280" name="Text Box 56">
            <a:extLst>
              <a:ext uri="{FF2B5EF4-FFF2-40B4-BE49-F238E27FC236}">
                <a16:creationId xmlns:a16="http://schemas.microsoft.com/office/drawing/2014/main" id="{6072F714-4A5B-45DE-A9BB-1671B9C438DF}"/>
              </a:ext>
            </a:extLst>
          </p:cNvPr>
          <p:cNvSpPr txBox="1">
            <a:spLocks noChangeArrowheads="1"/>
          </p:cNvSpPr>
          <p:nvPr/>
        </p:nvSpPr>
        <p:spPr bwMode="auto">
          <a:xfrm>
            <a:off x="3352800" y="4495800"/>
            <a:ext cx="11350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latin typeface="Symbol" panose="05050102010706020507" pitchFamily="18" charset="2"/>
                <a:ea typeface="SimSun" panose="02010600030101010101" pitchFamily="2" charset="-122"/>
              </a:rPr>
              <a:t>a</a:t>
            </a:r>
            <a:r>
              <a:rPr lang="en-US" altLang="zh-CN" baseline="-25000">
                <a:ea typeface="SimSun" panose="02010600030101010101" pitchFamily="2" charset="-122"/>
              </a:rPr>
              <a:t>6</a:t>
            </a:r>
            <a:r>
              <a:rPr lang="en-US" altLang="zh-CN">
                <a:ea typeface="SimSun" panose="02010600030101010101" pitchFamily="2" charset="-122"/>
              </a:rPr>
              <a:t>=1.4</a:t>
            </a:r>
          </a:p>
        </p:txBody>
      </p:sp>
      <p:sp>
        <p:nvSpPr>
          <p:cNvPr id="180226" name="Rectangle 2">
            <a:extLst>
              <a:ext uri="{FF2B5EF4-FFF2-40B4-BE49-F238E27FC236}">
                <a16:creationId xmlns:a16="http://schemas.microsoft.com/office/drawing/2014/main" id="{8B536178-3351-4E36-A7BC-D29845A28AE3}"/>
              </a:ext>
            </a:extLst>
          </p:cNvPr>
          <p:cNvSpPr>
            <a:spLocks noGrp="1" noChangeArrowheads="1"/>
          </p:cNvSpPr>
          <p:nvPr>
            <p:ph type="title"/>
          </p:nvPr>
        </p:nvSpPr>
        <p:spPr/>
        <p:txBody>
          <a:bodyPr/>
          <a:lstStyle/>
          <a:p>
            <a:r>
              <a:rPr lang="en-US" altLang="zh-CN">
                <a:ea typeface="SimSun" panose="02010600030101010101" pitchFamily="2" charset="-122"/>
              </a:rPr>
              <a:t>A Geometrical Interpretation</a:t>
            </a:r>
          </a:p>
        </p:txBody>
      </p:sp>
      <p:sp>
        <p:nvSpPr>
          <p:cNvPr id="180246" name="Line 22">
            <a:extLst>
              <a:ext uri="{FF2B5EF4-FFF2-40B4-BE49-F238E27FC236}">
                <a16:creationId xmlns:a16="http://schemas.microsoft.com/office/drawing/2014/main" id="{A2BECE56-AC25-439E-B209-9B06496DD823}"/>
              </a:ext>
            </a:extLst>
          </p:cNvPr>
          <p:cNvSpPr>
            <a:spLocks noChangeShapeType="1"/>
          </p:cNvSpPr>
          <p:nvPr/>
        </p:nvSpPr>
        <p:spPr bwMode="auto">
          <a:xfrm flipV="1">
            <a:off x="1219200" y="1611313"/>
            <a:ext cx="0" cy="4279900"/>
          </a:xfrm>
          <a:prstGeom prst="line">
            <a:avLst/>
          </a:prstGeom>
          <a:noFill/>
          <a:ln w="12700">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80247" name="Line 23">
            <a:extLst>
              <a:ext uri="{FF2B5EF4-FFF2-40B4-BE49-F238E27FC236}">
                <a16:creationId xmlns:a16="http://schemas.microsoft.com/office/drawing/2014/main" id="{D0473356-2D42-4DED-97E0-DE14B45FE2E9}"/>
              </a:ext>
            </a:extLst>
          </p:cNvPr>
          <p:cNvSpPr>
            <a:spLocks noChangeShapeType="1"/>
          </p:cNvSpPr>
          <p:nvPr/>
        </p:nvSpPr>
        <p:spPr bwMode="auto">
          <a:xfrm flipV="1">
            <a:off x="1219200" y="5891213"/>
            <a:ext cx="4076700" cy="0"/>
          </a:xfrm>
          <a:prstGeom prst="line">
            <a:avLst/>
          </a:prstGeom>
          <a:noFill/>
          <a:ln w="12700">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80248" name="Oval 24">
            <a:extLst>
              <a:ext uri="{FF2B5EF4-FFF2-40B4-BE49-F238E27FC236}">
                <a16:creationId xmlns:a16="http://schemas.microsoft.com/office/drawing/2014/main" id="{FC4C2938-75EB-4836-9556-BEBCDFD1CCF6}"/>
              </a:ext>
            </a:extLst>
          </p:cNvPr>
          <p:cNvSpPr>
            <a:spLocks noChangeArrowheads="1"/>
          </p:cNvSpPr>
          <p:nvPr/>
        </p:nvSpPr>
        <p:spPr bwMode="auto">
          <a:xfrm>
            <a:off x="3971925" y="2427288"/>
            <a:ext cx="203200" cy="2032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0249" name="Oval 25">
            <a:extLst>
              <a:ext uri="{FF2B5EF4-FFF2-40B4-BE49-F238E27FC236}">
                <a16:creationId xmlns:a16="http://schemas.microsoft.com/office/drawing/2014/main" id="{3DC608D1-F4B6-4D37-AAB2-241F266AD29B}"/>
              </a:ext>
            </a:extLst>
          </p:cNvPr>
          <p:cNvSpPr>
            <a:spLocks noChangeArrowheads="1"/>
          </p:cNvSpPr>
          <p:nvPr/>
        </p:nvSpPr>
        <p:spPr bwMode="auto">
          <a:xfrm>
            <a:off x="4648200" y="3276600"/>
            <a:ext cx="204788" cy="20478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0250" name="Oval 26">
            <a:extLst>
              <a:ext uri="{FF2B5EF4-FFF2-40B4-BE49-F238E27FC236}">
                <a16:creationId xmlns:a16="http://schemas.microsoft.com/office/drawing/2014/main" id="{E49479A6-F32F-4532-AB3B-B4DB6DC99318}"/>
              </a:ext>
            </a:extLst>
          </p:cNvPr>
          <p:cNvSpPr>
            <a:spLocks noChangeArrowheads="1"/>
          </p:cNvSpPr>
          <p:nvPr/>
        </p:nvSpPr>
        <p:spPr bwMode="auto">
          <a:xfrm>
            <a:off x="5399088" y="3548063"/>
            <a:ext cx="203200" cy="2032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0251" name="Oval 27">
            <a:extLst>
              <a:ext uri="{FF2B5EF4-FFF2-40B4-BE49-F238E27FC236}">
                <a16:creationId xmlns:a16="http://schemas.microsoft.com/office/drawing/2014/main" id="{4A1FABBB-9493-4790-B59E-A03A7FC8B73B}"/>
              </a:ext>
            </a:extLst>
          </p:cNvPr>
          <p:cNvSpPr>
            <a:spLocks noChangeArrowheads="1"/>
          </p:cNvSpPr>
          <p:nvPr/>
        </p:nvSpPr>
        <p:spPr bwMode="auto">
          <a:xfrm>
            <a:off x="3359150" y="2630488"/>
            <a:ext cx="204788" cy="204787"/>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0252" name="Oval 28">
            <a:extLst>
              <a:ext uri="{FF2B5EF4-FFF2-40B4-BE49-F238E27FC236}">
                <a16:creationId xmlns:a16="http://schemas.microsoft.com/office/drawing/2014/main" id="{28DA804A-124A-4EE8-9104-FAB93DC73919}"/>
              </a:ext>
            </a:extLst>
          </p:cNvPr>
          <p:cNvSpPr>
            <a:spLocks noChangeArrowheads="1"/>
          </p:cNvSpPr>
          <p:nvPr/>
        </p:nvSpPr>
        <p:spPr bwMode="auto">
          <a:xfrm>
            <a:off x="4684713" y="3956050"/>
            <a:ext cx="203200" cy="2032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0253" name="Rectangle 29">
            <a:extLst>
              <a:ext uri="{FF2B5EF4-FFF2-40B4-BE49-F238E27FC236}">
                <a16:creationId xmlns:a16="http://schemas.microsoft.com/office/drawing/2014/main" id="{C93DEB45-651A-42F2-8768-E2F3F41E2F23}"/>
              </a:ext>
            </a:extLst>
          </p:cNvPr>
          <p:cNvSpPr>
            <a:spLocks noChangeArrowheads="1"/>
          </p:cNvSpPr>
          <p:nvPr/>
        </p:nvSpPr>
        <p:spPr bwMode="auto">
          <a:xfrm>
            <a:off x="1676400" y="4038600"/>
            <a:ext cx="203200" cy="2032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0254" name="Rectangle 30">
            <a:extLst>
              <a:ext uri="{FF2B5EF4-FFF2-40B4-BE49-F238E27FC236}">
                <a16:creationId xmlns:a16="http://schemas.microsoft.com/office/drawing/2014/main" id="{BD72D46D-91C2-43A3-A56E-33E0F9347A9B}"/>
              </a:ext>
            </a:extLst>
          </p:cNvPr>
          <p:cNvSpPr>
            <a:spLocks noChangeArrowheads="1"/>
          </p:cNvSpPr>
          <p:nvPr/>
        </p:nvSpPr>
        <p:spPr bwMode="auto">
          <a:xfrm>
            <a:off x="3352800" y="4419600"/>
            <a:ext cx="204788" cy="2032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0255" name="Rectangle 31">
            <a:extLst>
              <a:ext uri="{FF2B5EF4-FFF2-40B4-BE49-F238E27FC236}">
                <a16:creationId xmlns:a16="http://schemas.microsoft.com/office/drawing/2014/main" id="{271D5EA3-EF71-493B-A33A-F6EBB894A4D0}"/>
              </a:ext>
            </a:extLst>
          </p:cNvPr>
          <p:cNvSpPr>
            <a:spLocks noChangeArrowheads="1"/>
          </p:cNvSpPr>
          <p:nvPr/>
        </p:nvSpPr>
        <p:spPr bwMode="auto">
          <a:xfrm>
            <a:off x="3054350" y="5076825"/>
            <a:ext cx="203200" cy="2032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0257" name="Rectangle 33">
            <a:extLst>
              <a:ext uri="{FF2B5EF4-FFF2-40B4-BE49-F238E27FC236}">
                <a16:creationId xmlns:a16="http://schemas.microsoft.com/office/drawing/2014/main" id="{8D43B0EE-AE46-4380-A0BC-1EC871B1C2DC}"/>
              </a:ext>
            </a:extLst>
          </p:cNvPr>
          <p:cNvSpPr>
            <a:spLocks noChangeArrowheads="1"/>
          </p:cNvSpPr>
          <p:nvPr/>
        </p:nvSpPr>
        <p:spPr bwMode="auto">
          <a:xfrm>
            <a:off x="1830388" y="4975225"/>
            <a:ext cx="204787" cy="2032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0258" name="Rectangle 34">
            <a:extLst>
              <a:ext uri="{FF2B5EF4-FFF2-40B4-BE49-F238E27FC236}">
                <a16:creationId xmlns:a16="http://schemas.microsoft.com/office/drawing/2014/main" id="{7DCFDEC8-06A3-4BD4-B817-248A3CE30D2A}"/>
              </a:ext>
            </a:extLst>
          </p:cNvPr>
          <p:cNvSpPr>
            <a:spLocks noChangeArrowheads="1"/>
          </p:cNvSpPr>
          <p:nvPr/>
        </p:nvSpPr>
        <p:spPr bwMode="auto">
          <a:xfrm>
            <a:off x="2035175" y="3446463"/>
            <a:ext cx="203200" cy="2032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0259" name="Text Box 35">
            <a:extLst>
              <a:ext uri="{FF2B5EF4-FFF2-40B4-BE49-F238E27FC236}">
                <a16:creationId xmlns:a16="http://schemas.microsoft.com/office/drawing/2014/main" id="{0A489703-826D-4689-A127-973C83ADB518}"/>
              </a:ext>
            </a:extLst>
          </p:cNvPr>
          <p:cNvSpPr txBox="1">
            <a:spLocks noChangeArrowheads="1"/>
          </p:cNvSpPr>
          <p:nvPr/>
        </p:nvSpPr>
        <p:spPr bwMode="auto">
          <a:xfrm>
            <a:off x="1752600" y="5486400"/>
            <a:ext cx="9715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a:ea typeface="SimSun" panose="02010600030101010101" pitchFamily="2" charset="-122"/>
              </a:rPr>
              <a:t>Class 1</a:t>
            </a:r>
          </a:p>
        </p:txBody>
      </p:sp>
      <p:sp>
        <p:nvSpPr>
          <p:cNvPr id="180260" name="Text Box 36">
            <a:extLst>
              <a:ext uri="{FF2B5EF4-FFF2-40B4-BE49-F238E27FC236}">
                <a16:creationId xmlns:a16="http://schemas.microsoft.com/office/drawing/2014/main" id="{59CA2055-85BA-4FF6-A553-0619CA1AE7BC}"/>
              </a:ext>
            </a:extLst>
          </p:cNvPr>
          <p:cNvSpPr txBox="1">
            <a:spLocks noChangeArrowheads="1"/>
          </p:cNvSpPr>
          <p:nvPr/>
        </p:nvSpPr>
        <p:spPr bwMode="auto">
          <a:xfrm>
            <a:off x="3048000" y="1447800"/>
            <a:ext cx="9715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a:ea typeface="SimSun" panose="02010600030101010101" pitchFamily="2" charset="-122"/>
              </a:rPr>
              <a:t>Class 2</a:t>
            </a:r>
          </a:p>
        </p:txBody>
      </p:sp>
      <p:sp>
        <p:nvSpPr>
          <p:cNvPr id="180261" name="Line 37">
            <a:extLst>
              <a:ext uri="{FF2B5EF4-FFF2-40B4-BE49-F238E27FC236}">
                <a16:creationId xmlns:a16="http://schemas.microsoft.com/office/drawing/2014/main" id="{EBB8FD47-A6C2-4D2F-A817-200E0FE4C326}"/>
              </a:ext>
            </a:extLst>
          </p:cNvPr>
          <p:cNvSpPr>
            <a:spLocks noChangeShapeType="1"/>
          </p:cNvSpPr>
          <p:nvPr/>
        </p:nvSpPr>
        <p:spPr bwMode="auto">
          <a:xfrm>
            <a:off x="2646363" y="1917700"/>
            <a:ext cx="3363912" cy="3362325"/>
          </a:xfrm>
          <a:prstGeom prst="line">
            <a:avLst/>
          </a:prstGeom>
          <a:noFill/>
          <a:ln w="38100">
            <a:solidFill>
              <a:schemeClr val="folHlink"/>
            </a:solidFill>
            <a:prstDash val="sysDot"/>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80262" name="Line 38">
            <a:extLst>
              <a:ext uri="{FF2B5EF4-FFF2-40B4-BE49-F238E27FC236}">
                <a16:creationId xmlns:a16="http://schemas.microsoft.com/office/drawing/2014/main" id="{BA109F99-573B-415E-9F69-2EA2EDF1ECF9}"/>
              </a:ext>
            </a:extLst>
          </p:cNvPr>
          <p:cNvSpPr>
            <a:spLocks noChangeShapeType="1"/>
          </p:cNvSpPr>
          <p:nvPr/>
        </p:nvSpPr>
        <p:spPr bwMode="auto">
          <a:xfrm>
            <a:off x="1320800" y="2427288"/>
            <a:ext cx="3632200" cy="3590925"/>
          </a:xfrm>
          <a:prstGeom prst="line">
            <a:avLst/>
          </a:prstGeom>
          <a:noFill/>
          <a:ln w="38100">
            <a:solidFill>
              <a:schemeClr val="folHlink"/>
            </a:solidFill>
            <a:prstDash val="sysDot"/>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80263" name="Line 39">
            <a:extLst>
              <a:ext uri="{FF2B5EF4-FFF2-40B4-BE49-F238E27FC236}">
                <a16:creationId xmlns:a16="http://schemas.microsoft.com/office/drawing/2014/main" id="{9992BED6-EDB0-4261-9C46-98BE0F7AD526}"/>
              </a:ext>
            </a:extLst>
          </p:cNvPr>
          <p:cNvSpPr>
            <a:spLocks noChangeShapeType="1"/>
          </p:cNvSpPr>
          <p:nvPr/>
        </p:nvSpPr>
        <p:spPr bwMode="auto">
          <a:xfrm>
            <a:off x="1320800" y="1509713"/>
            <a:ext cx="4165600" cy="4129087"/>
          </a:xfrm>
          <a:prstGeom prst="line">
            <a:avLst/>
          </a:prstGeom>
          <a:noFill/>
          <a:ln w="38100">
            <a:solidFill>
              <a:schemeClr val="fo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pic>
        <p:nvPicPr>
          <p:cNvPr id="180264" name="Picture 40">
            <a:extLst>
              <a:ext uri="{FF2B5EF4-FFF2-40B4-BE49-F238E27FC236}">
                <a16:creationId xmlns:a16="http://schemas.microsoft.com/office/drawing/2014/main" id="{BE5E517C-9DC5-4B04-80BA-5F29A7543405}"/>
              </a:ext>
            </a:extLst>
          </p:cNvPr>
          <p:cNvPicPr>
            <a:picLocks noChangeAspect="1" noChangeArrowheads="1"/>
          </p:cNvPicPr>
          <p:nvPr>
            <p:custDataLst>
              <p:tags r:id="rId1"/>
            </p:custDataLst>
          </p:nvPr>
        </p:nvPicPr>
        <p:blipFill>
          <a:blip r:embed="rId7" cstate="print">
            <a:extLst>
              <a:ext uri="{28A0092B-C50C-407E-A947-70E740481C1C}">
                <a14:useLocalDpi xmlns:a14="http://schemas.microsoft.com/office/drawing/2010/main" val="0"/>
              </a:ext>
            </a:extLst>
          </a:blip>
          <a:srcRect/>
          <a:stretch>
            <a:fillRect/>
          </a:stretch>
        </p:blipFill>
        <p:spPr bwMode="auto">
          <a:xfrm>
            <a:off x="5334000" y="5410200"/>
            <a:ext cx="1905000" cy="35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0265" name="Picture 41">
            <a:extLst>
              <a:ext uri="{FF2B5EF4-FFF2-40B4-BE49-F238E27FC236}">
                <a16:creationId xmlns:a16="http://schemas.microsoft.com/office/drawing/2014/main" id="{AC9E571E-BEFB-40E5-87EA-CC83383F4E88}"/>
              </a:ext>
            </a:extLst>
          </p:cNvPr>
          <p:cNvPicPr>
            <a:picLocks noChangeAspect="1" noChangeArrowheads="1"/>
          </p:cNvPicPr>
          <p:nvPr>
            <p:custDataLst>
              <p:tags r:id="rId2"/>
            </p:custDataLst>
          </p:nvPr>
        </p:nvPicPr>
        <p:blipFill>
          <a:blip r:embed="rId8" cstate="print">
            <a:extLst>
              <a:ext uri="{28A0092B-C50C-407E-A947-70E740481C1C}">
                <a14:useLocalDpi xmlns:a14="http://schemas.microsoft.com/office/drawing/2010/main" val="0"/>
              </a:ext>
            </a:extLst>
          </a:blip>
          <a:srcRect/>
          <a:stretch>
            <a:fillRect/>
          </a:stretch>
        </p:blipFill>
        <p:spPr bwMode="auto">
          <a:xfrm>
            <a:off x="5867400" y="4800600"/>
            <a:ext cx="1828800" cy="344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0266" name="Picture 42">
            <a:extLst>
              <a:ext uri="{FF2B5EF4-FFF2-40B4-BE49-F238E27FC236}">
                <a16:creationId xmlns:a16="http://schemas.microsoft.com/office/drawing/2014/main" id="{380ED0DA-8B25-4F83-B2CB-906765E3E7BF}"/>
              </a:ext>
            </a:extLst>
          </p:cNvPr>
          <p:cNvPicPr>
            <a:picLocks noChangeAspect="1" noChangeArrowheads="1"/>
          </p:cNvPicPr>
          <p:nvPr>
            <p:custDataLst>
              <p:tags r:id="rId3"/>
            </p:custDataLst>
          </p:nvPr>
        </p:nvPicPr>
        <p:blipFill>
          <a:blip r:embed="rId9" cstate="print">
            <a:extLst>
              <a:ext uri="{28A0092B-C50C-407E-A947-70E740481C1C}">
                <a14:useLocalDpi xmlns:a14="http://schemas.microsoft.com/office/drawing/2010/main" val="0"/>
              </a:ext>
            </a:extLst>
          </a:blip>
          <a:srcRect/>
          <a:stretch>
            <a:fillRect/>
          </a:stretch>
        </p:blipFill>
        <p:spPr bwMode="auto">
          <a:xfrm>
            <a:off x="4191000" y="5943600"/>
            <a:ext cx="2133600" cy="354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80270" name="Line 46">
            <a:extLst>
              <a:ext uri="{FF2B5EF4-FFF2-40B4-BE49-F238E27FC236}">
                <a16:creationId xmlns:a16="http://schemas.microsoft.com/office/drawing/2014/main" id="{798C5319-4193-40EA-8F06-874678D51B7A}"/>
              </a:ext>
            </a:extLst>
          </p:cNvPr>
          <p:cNvSpPr>
            <a:spLocks noChangeShapeType="1"/>
          </p:cNvSpPr>
          <p:nvPr/>
        </p:nvSpPr>
        <p:spPr bwMode="auto">
          <a:xfrm flipV="1">
            <a:off x="2849563" y="2427288"/>
            <a:ext cx="2141537" cy="2241550"/>
          </a:xfrm>
          <a:prstGeom prst="line">
            <a:avLst/>
          </a:prstGeom>
          <a:noFill/>
          <a:ln w="25400">
            <a:solidFill>
              <a:srgbClr val="993366"/>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pic>
        <p:nvPicPr>
          <p:cNvPr id="180271" name="Picture 47">
            <a:extLst>
              <a:ext uri="{FF2B5EF4-FFF2-40B4-BE49-F238E27FC236}">
                <a16:creationId xmlns:a16="http://schemas.microsoft.com/office/drawing/2014/main" id="{09087B8F-822A-4007-90DE-8C276C7B2052}"/>
              </a:ext>
            </a:extLst>
          </p:cNvPr>
          <p:cNvPicPr>
            <a:picLocks noChangeAspect="1" noChangeArrowheads="1"/>
          </p:cNvPicPr>
          <p:nvPr>
            <p:custDataLst>
              <p:tags r:id="rId4"/>
            </p:custDataLst>
          </p:nvPr>
        </p:nvPicPr>
        <p:blipFill>
          <a:blip r:embed="rId10" cstate="print">
            <a:extLst>
              <a:ext uri="{28A0092B-C50C-407E-A947-70E740481C1C}">
                <a14:useLocalDpi xmlns:a14="http://schemas.microsoft.com/office/drawing/2010/main" val="0"/>
              </a:ext>
            </a:extLst>
          </a:blip>
          <a:srcRect/>
          <a:stretch>
            <a:fillRect/>
          </a:stretch>
        </p:blipFill>
        <p:spPr bwMode="auto">
          <a:xfrm>
            <a:off x="3962400" y="2971800"/>
            <a:ext cx="381000" cy="24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80275" name="Text Box 51">
            <a:extLst>
              <a:ext uri="{FF2B5EF4-FFF2-40B4-BE49-F238E27FC236}">
                <a16:creationId xmlns:a16="http://schemas.microsoft.com/office/drawing/2014/main" id="{3EFB948A-46C1-40C0-B759-D318808BC8D1}"/>
              </a:ext>
            </a:extLst>
          </p:cNvPr>
          <p:cNvSpPr txBox="1">
            <a:spLocks noChangeArrowheads="1"/>
          </p:cNvSpPr>
          <p:nvPr/>
        </p:nvSpPr>
        <p:spPr bwMode="auto">
          <a:xfrm>
            <a:off x="4876800" y="3886200"/>
            <a:ext cx="11350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latin typeface="Symbol" panose="05050102010706020507" pitchFamily="18" charset="2"/>
                <a:ea typeface="SimSun" panose="02010600030101010101" pitchFamily="2" charset="-122"/>
              </a:rPr>
              <a:t>a</a:t>
            </a:r>
            <a:r>
              <a:rPr lang="en-US" altLang="zh-CN" baseline="-25000">
                <a:ea typeface="SimSun" panose="02010600030101010101" pitchFamily="2" charset="-122"/>
              </a:rPr>
              <a:t>1</a:t>
            </a:r>
            <a:r>
              <a:rPr lang="en-US" altLang="zh-CN">
                <a:ea typeface="SimSun" panose="02010600030101010101" pitchFamily="2" charset="-122"/>
              </a:rPr>
              <a:t>=0.8</a:t>
            </a:r>
          </a:p>
        </p:txBody>
      </p:sp>
      <p:sp>
        <p:nvSpPr>
          <p:cNvPr id="180276" name="Text Box 52">
            <a:extLst>
              <a:ext uri="{FF2B5EF4-FFF2-40B4-BE49-F238E27FC236}">
                <a16:creationId xmlns:a16="http://schemas.microsoft.com/office/drawing/2014/main" id="{E1FA33FF-EAC9-41D2-948C-F602BE4EBD26}"/>
              </a:ext>
            </a:extLst>
          </p:cNvPr>
          <p:cNvSpPr txBox="1">
            <a:spLocks noChangeArrowheads="1"/>
          </p:cNvSpPr>
          <p:nvPr/>
        </p:nvSpPr>
        <p:spPr bwMode="auto">
          <a:xfrm>
            <a:off x="5410200" y="3124200"/>
            <a:ext cx="8763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latin typeface="Symbol" panose="05050102010706020507" pitchFamily="18" charset="2"/>
                <a:ea typeface="SimSun" panose="02010600030101010101" pitchFamily="2" charset="-122"/>
              </a:rPr>
              <a:t>a</a:t>
            </a:r>
            <a:r>
              <a:rPr lang="en-US" altLang="zh-CN" baseline="-25000">
                <a:ea typeface="SimSun" panose="02010600030101010101" pitchFamily="2" charset="-122"/>
              </a:rPr>
              <a:t>2</a:t>
            </a:r>
            <a:r>
              <a:rPr lang="en-US" altLang="zh-CN">
                <a:ea typeface="SimSun" panose="02010600030101010101" pitchFamily="2" charset="-122"/>
              </a:rPr>
              <a:t>=0</a:t>
            </a:r>
          </a:p>
        </p:txBody>
      </p:sp>
      <p:sp>
        <p:nvSpPr>
          <p:cNvPr id="180277" name="Text Box 53">
            <a:extLst>
              <a:ext uri="{FF2B5EF4-FFF2-40B4-BE49-F238E27FC236}">
                <a16:creationId xmlns:a16="http://schemas.microsoft.com/office/drawing/2014/main" id="{1E5179F7-4477-4A7A-8BB7-7BD98EC78BDA}"/>
              </a:ext>
            </a:extLst>
          </p:cNvPr>
          <p:cNvSpPr txBox="1">
            <a:spLocks noChangeArrowheads="1"/>
          </p:cNvSpPr>
          <p:nvPr/>
        </p:nvSpPr>
        <p:spPr bwMode="auto">
          <a:xfrm>
            <a:off x="2971800" y="5257800"/>
            <a:ext cx="8763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latin typeface="Symbol" panose="05050102010706020507" pitchFamily="18" charset="2"/>
                <a:ea typeface="SimSun" panose="02010600030101010101" pitchFamily="2" charset="-122"/>
              </a:rPr>
              <a:t>a</a:t>
            </a:r>
            <a:r>
              <a:rPr lang="en-US" altLang="zh-CN" baseline="-25000">
                <a:ea typeface="SimSun" panose="02010600030101010101" pitchFamily="2" charset="-122"/>
              </a:rPr>
              <a:t>3</a:t>
            </a:r>
            <a:r>
              <a:rPr lang="en-US" altLang="zh-CN">
                <a:ea typeface="SimSun" panose="02010600030101010101" pitchFamily="2" charset="-122"/>
              </a:rPr>
              <a:t>=0</a:t>
            </a:r>
          </a:p>
        </p:txBody>
      </p:sp>
      <p:sp>
        <p:nvSpPr>
          <p:cNvPr id="180278" name="Text Box 54">
            <a:extLst>
              <a:ext uri="{FF2B5EF4-FFF2-40B4-BE49-F238E27FC236}">
                <a16:creationId xmlns:a16="http://schemas.microsoft.com/office/drawing/2014/main" id="{1BF7C67B-0FC4-4C09-A33B-56A853C5F3F6}"/>
              </a:ext>
            </a:extLst>
          </p:cNvPr>
          <p:cNvSpPr txBox="1">
            <a:spLocks noChangeArrowheads="1"/>
          </p:cNvSpPr>
          <p:nvPr/>
        </p:nvSpPr>
        <p:spPr bwMode="auto">
          <a:xfrm>
            <a:off x="1295400" y="4114800"/>
            <a:ext cx="8763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latin typeface="Symbol" panose="05050102010706020507" pitchFamily="18" charset="2"/>
                <a:ea typeface="SimSun" panose="02010600030101010101" pitchFamily="2" charset="-122"/>
              </a:rPr>
              <a:t>a</a:t>
            </a:r>
            <a:r>
              <a:rPr lang="en-US" altLang="zh-CN" baseline="-25000">
                <a:ea typeface="SimSun" panose="02010600030101010101" pitchFamily="2" charset="-122"/>
              </a:rPr>
              <a:t>4</a:t>
            </a:r>
            <a:r>
              <a:rPr lang="en-US" altLang="zh-CN">
                <a:ea typeface="SimSun" panose="02010600030101010101" pitchFamily="2" charset="-122"/>
              </a:rPr>
              <a:t>=0</a:t>
            </a:r>
          </a:p>
        </p:txBody>
      </p:sp>
      <p:sp>
        <p:nvSpPr>
          <p:cNvPr id="180279" name="Text Box 55">
            <a:extLst>
              <a:ext uri="{FF2B5EF4-FFF2-40B4-BE49-F238E27FC236}">
                <a16:creationId xmlns:a16="http://schemas.microsoft.com/office/drawing/2014/main" id="{780E7BA0-F390-4BD5-B89D-A940E2F9A7AA}"/>
              </a:ext>
            </a:extLst>
          </p:cNvPr>
          <p:cNvSpPr txBox="1">
            <a:spLocks noChangeArrowheads="1"/>
          </p:cNvSpPr>
          <p:nvPr/>
        </p:nvSpPr>
        <p:spPr bwMode="auto">
          <a:xfrm>
            <a:off x="1066800" y="3276600"/>
            <a:ext cx="8763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latin typeface="Symbol" panose="05050102010706020507" pitchFamily="18" charset="2"/>
                <a:ea typeface="SimSun" panose="02010600030101010101" pitchFamily="2" charset="-122"/>
              </a:rPr>
              <a:t>a</a:t>
            </a:r>
            <a:r>
              <a:rPr lang="en-US" altLang="zh-CN" baseline="-25000">
                <a:ea typeface="SimSun" panose="02010600030101010101" pitchFamily="2" charset="-122"/>
              </a:rPr>
              <a:t>5</a:t>
            </a:r>
            <a:r>
              <a:rPr lang="en-US" altLang="zh-CN">
                <a:ea typeface="SimSun" panose="02010600030101010101" pitchFamily="2" charset="-122"/>
              </a:rPr>
              <a:t>=0</a:t>
            </a:r>
          </a:p>
        </p:txBody>
      </p:sp>
      <p:sp>
        <p:nvSpPr>
          <p:cNvPr id="180282" name="Text Box 58">
            <a:extLst>
              <a:ext uri="{FF2B5EF4-FFF2-40B4-BE49-F238E27FC236}">
                <a16:creationId xmlns:a16="http://schemas.microsoft.com/office/drawing/2014/main" id="{61CEA2B0-5AD7-476D-B6E5-CA41403C942A}"/>
              </a:ext>
            </a:extLst>
          </p:cNvPr>
          <p:cNvSpPr txBox="1">
            <a:spLocks noChangeArrowheads="1"/>
          </p:cNvSpPr>
          <p:nvPr/>
        </p:nvSpPr>
        <p:spPr bwMode="auto">
          <a:xfrm>
            <a:off x="4648200" y="2895600"/>
            <a:ext cx="8763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latin typeface="Symbol" panose="05050102010706020507" pitchFamily="18" charset="2"/>
                <a:ea typeface="SimSun" panose="02010600030101010101" pitchFamily="2" charset="-122"/>
              </a:rPr>
              <a:t>a</a:t>
            </a:r>
            <a:r>
              <a:rPr lang="en-US" altLang="zh-CN" baseline="-25000">
                <a:ea typeface="SimSun" panose="02010600030101010101" pitchFamily="2" charset="-122"/>
              </a:rPr>
              <a:t>7</a:t>
            </a:r>
            <a:r>
              <a:rPr lang="en-US" altLang="zh-CN">
                <a:ea typeface="SimSun" panose="02010600030101010101" pitchFamily="2" charset="-122"/>
              </a:rPr>
              <a:t>=0</a:t>
            </a:r>
          </a:p>
        </p:txBody>
      </p:sp>
      <p:sp>
        <p:nvSpPr>
          <p:cNvPr id="180283" name="Text Box 59">
            <a:extLst>
              <a:ext uri="{FF2B5EF4-FFF2-40B4-BE49-F238E27FC236}">
                <a16:creationId xmlns:a16="http://schemas.microsoft.com/office/drawing/2014/main" id="{F73D6435-6E25-4739-8EB6-D6E3F70831EC}"/>
              </a:ext>
            </a:extLst>
          </p:cNvPr>
          <p:cNvSpPr txBox="1">
            <a:spLocks noChangeArrowheads="1"/>
          </p:cNvSpPr>
          <p:nvPr/>
        </p:nvSpPr>
        <p:spPr bwMode="auto">
          <a:xfrm>
            <a:off x="2743200" y="2209800"/>
            <a:ext cx="1143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a:latin typeface="Symbol" panose="05050102010706020507" pitchFamily="18" charset="2"/>
                <a:ea typeface="SimSun" panose="02010600030101010101" pitchFamily="2" charset="-122"/>
              </a:rPr>
              <a:t>a</a:t>
            </a:r>
            <a:r>
              <a:rPr lang="en-US" altLang="zh-CN" baseline="-25000">
                <a:ea typeface="SimSun" panose="02010600030101010101" pitchFamily="2" charset="-122"/>
              </a:rPr>
              <a:t>8</a:t>
            </a:r>
            <a:r>
              <a:rPr lang="en-US" altLang="zh-CN">
                <a:ea typeface="SimSun" panose="02010600030101010101" pitchFamily="2" charset="-122"/>
              </a:rPr>
              <a:t>=0.6</a:t>
            </a:r>
          </a:p>
        </p:txBody>
      </p:sp>
      <p:sp>
        <p:nvSpPr>
          <p:cNvPr id="180284" name="Text Box 60">
            <a:extLst>
              <a:ext uri="{FF2B5EF4-FFF2-40B4-BE49-F238E27FC236}">
                <a16:creationId xmlns:a16="http://schemas.microsoft.com/office/drawing/2014/main" id="{6C8BA057-0446-4725-8585-B84490D1883D}"/>
              </a:ext>
            </a:extLst>
          </p:cNvPr>
          <p:cNvSpPr txBox="1">
            <a:spLocks noChangeArrowheads="1"/>
          </p:cNvSpPr>
          <p:nvPr/>
        </p:nvSpPr>
        <p:spPr bwMode="auto">
          <a:xfrm>
            <a:off x="1600200" y="5029200"/>
            <a:ext cx="8763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latin typeface="Symbol" panose="05050102010706020507" pitchFamily="18" charset="2"/>
                <a:ea typeface="SimSun" panose="02010600030101010101" pitchFamily="2" charset="-122"/>
              </a:rPr>
              <a:t>a</a:t>
            </a:r>
            <a:r>
              <a:rPr lang="en-US" altLang="zh-CN" baseline="-25000">
                <a:ea typeface="SimSun" panose="02010600030101010101" pitchFamily="2" charset="-122"/>
              </a:rPr>
              <a:t>9</a:t>
            </a:r>
            <a:r>
              <a:rPr lang="en-US" altLang="zh-CN">
                <a:ea typeface="SimSun" panose="02010600030101010101" pitchFamily="2" charset="-122"/>
              </a:rPr>
              <a:t>=0</a:t>
            </a:r>
          </a:p>
        </p:txBody>
      </p:sp>
      <p:sp>
        <p:nvSpPr>
          <p:cNvPr id="180285" name="Text Box 61">
            <a:extLst>
              <a:ext uri="{FF2B5EF4-FFF2-40B4-BE49-F238E27FC236}">
                <a16:creationId xmlns:a16="http://schemas.microsoft.com/office/drawing/2014/main" id="{5AB074E4-B346-46CC-89F5-36525E4C53F7}"/>
              </a:ext>
            </a:extLst>
          </p:cNvPr>
          <p:cNvSpPr txBox="1">
            <a:spLocks noChangeArrowheads="1"/>
          </p:cNvSpPr>
          <p:nvPr/>
        </p:nvSpPr>
        <p:spPr bwMode="auto">
          <a:xfrm>
            <a:off x="3962400" y="2057400"/>
            <a:ext cx="9874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latin typeface="Symbol" panose="05050102010706020507" pitchFamily="18" charset="2"/>
                <a:ea typeface="SimSun" panose="02010600030101010101" pitchFamily="2" charset="-122"/>
              </a:rPr>
              <a:t>a</a:t>
            </a:r>
            <a:r>
              <a:rPr lang="en-US" altLang="zh-CN" baseline="-25000">
                <a:ea typeface="SimSun" panose="02010600030101010101" pitchFamily="2" charset="-122"/>
              </a:rPr>
              <a:t>10</a:t>
            </a:r>
            <a:r>
              <a:rPr lang="en-US" altLang="zh-CN">
                <a:ea typeface="SimSun" panose="02010600030101010101" pitchFamily="2" charset="-122"/>
              </a:rPr>
              <a:t>=0</a:t>
            </a:r>
          </a:p>
        </p:txBody>
      </p:sp>
      <p:sp>
        <p:nvSpPr>
          <p:cNvPr id="2" name="Footer Placeholder 1">
            <a:extLst>
              <a:ext uri="{FF2B5EF4-FFF2-40B4-BE49-F238E27FC236}">
                <a16:creationId xmlns:a16="http://schemas.microsoft.com/office/drawing/2014/main" id="{7F3833A9-941C-40A0-B55C-D48A1ECC9A4D}"/>
              </a:ext>
            </a:extLst>
          </p:cNvPr>
          <p:cNvSpPr>
            <a:spLocks noGrp="1"/>
          </p:cNvSpPr>
          <p:nvPr>
            <p:ph type="ftr" sz="quarter" idx="11"/>
          </p:nvPr>
        </p:nvSpPr>
        <p:spPr/>
        <p:txBody>
          <a:bodyPr/>
          <a:lstStyle/>
          <a:p>
            <a:r>
              <a:rPr lang="en-US"/>
              <a:t>Presented by    Dr. AKHTAR JAMIL </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Date Placeholder 32">
            <a:extLst>
              <a:ext uri="{FF2B5EF4-FFF2-40B4-BE49-F238E27FC236}">
                <a16:creationId xmlns:a16="http://schemas.microsoft.com/office/drawing/2014/main" id="{2A68BDCF-3F78-4077-A6B8-6578E799BE00}"/>
              </a:ext>
            </a:extLst>
          </p:cNvPr>
          <p:cNvSpPr>
            <a:spLocks noGrp="1"/>
          </p:cNvSpPr>
          <p:nvPr>
            <p:ph type="dt" sz="half" idx="10"/>
          </p:nvPr>
        </p:nvSpPr>
        <p:spPr/>
        <p:txBody>
          <a:bodyPr/>
          <a:lstStyle/>
          <a:p>
            <a:fld id="{FB77C33D-1659-4247-A63E-91350748B451}" type="datetime1">
              <a:rPr lang="en-US" altLang="zh-CN" smtClean="0"/>
              <a:t>3/21/2022</a:t>
            </a:fld>
            <a:endParaRPr lang="en-US" altLang="zh-CN"/>
          </a:p>
        </p:txBody>
      </p:sp>
      <p:sp>
        <p:nvSpPr>
          <p:cNvPr id="34" name="Slide Number Placeholder 33">
            <a:extLst>
              <a:ext uri="{FF2B5EF4-FFF2-40B4-BE49-F238E27FC236}">
                <a16:creationId xmlns:a16="http://schemas.microsoft.com/office/drawing/2014/main" id="{36475CDE-9E15-4E42-85EB-B8D63CE6433F}"/>
              </a:ext>
            </a:extLst>
          </p:cNvPr>
          <p:cNvSpPr>
            <a:spLocks noGrp="1"/>
          </p:cNvSpPr>
          <p:nvPr>
            <p:ph type="sldNum" sz="quarter" idx="11"/>
          </p:nvPr>
        </p:nvSpPr>
        <p:spPr/>
        <p:txBody>
          <a:bodyPr/>
          <a:lstStyle/>
          <a:p>
            <a:fld id="{11420E8C-4531-410D-BFC7-11065567CE4D}" type="slidenum">
              <a:rPr lang="zh-CN" altLang="en-US"/>
              <a:pPr/>
              <a:t>10</a:t>
            </a:fld>
            <a:endParaRPr lang="en-US" altLang="zh-CN"/>
          </a:p>
        </p:txBody>
      </p:sp>
      <p:sp>
        <p:nvSpPr>
          <p:cNvPr id="106498" name="Rectangle 2">
            <a:extLst>
              <a:ext uri="{FF2B5EF4-FFF2-40B4-BE49-F238E27FC236}">
                <a16:creationId xmlns:a16="http://schemas.microsoft.com/office/drawing/2014/main" id="{47B3B84C-1E43-4EB6-8351-6A093327CB32}"/>
              </a:ext>
            </a:extLst>
          </p:cNvPr>
          <p:cNvSpPr>
            <a:spLocks noGrp="1" noChangeArrowheads="1"/>
          </p:cNvSpPr>
          <p:nvPr>
            <p:ph type="title"/>
          </p:nvPr>
        </p:nvSpPr>
        <p:spPr>
          <a:xfrm>
            <a:off x="468174" y="476295"/>
            <a:ext cx="8229600" cy="838200"/>
          </a:xfrm>
        </p:spPr>
        <p:txBody>
          <a:bodyPr/>
          <a:lstStyle/>
          <a:p>
            <a:r>
              <a:rPr lang="en-US" altLang="zh-CN" dirty="0">
                <a:ea typeface="SimSun" panose="02010600030101010101" pitchFamily="2" charset="-122"/>
              </a:rPr>
              <a:t>Allowing errors in our solutions</a:t>
            </a:r>
          </a:p>
        </p:txBody>
      </p:sp>
      <p:sp>
        <p:nvSpPr>
          <p:cNvPr id="106499" name="Rectangle 3">
            <a:extLst>
              <a:ext uri="{FF2B5EF4-FFF2-40B4-BE49-F238E27FC236}">
                <a16:creationId xmlns:a16="http://schemas.microsoft.com/office/drawing/2014/main" id="{4A9698BC-A15B-47EA-93DE-BEA1BAA162AA}"/>
              </a:ext>
            </a:extLst>
          </p:cNvPr>
          <p:cNvSpPr>
            <a:spLocks noGrp="1" noChangeArrowheads="1"/>
          </p:cNvSpPr>
          <p:nvPr>
            <p:ph type="body" idx="1"/>
          </p:nvPr>
        </p:nvSpPr>
        <p:spPr>
          <a:xfrm>
            <a:off x="434009" y="1282007"/>
            <a:ext cx="8252791" cy="2562507"/>
          </a:xfrm>
        </p:spPr>
        <p:txBody>
          <a:bodyPr>
            <a:normAutofit/>
          </a:bodyPr>
          <a:lstStyle/>
          <a:p>
            <a:r>
              <a:rPr lang="en-US" altLang="zh-CN" sz="2400" dirty="0">
                <a:ea typeface="SimSun" panose="02010600030101010101" pitchFamily="2" charset="-122"/>
              </a:rPr>
              <a:t>We allow “error” </a:t>
            </a:r>
            <a:r>
              <a:rPr lang="en-US" altLang="zh-CN" sz="2400" dirty="0">
                <a:latin typeface="Symbol" panose="05050102010706020507" pitchFamily="18" charset="2"/>
                <a:ea typeface="SimSun" panose="02010600030101010101" pitchFamily="2" charset="-122"/>
              </a:rPr>
              <a:t>x</a:t>
            </a:r>
            <a:r>
              <a:rPr lang="en-US" altLang="zh-CN" sz="2400" baseline="-25000" dirty="0">
                <a:ea typeface="SimSun" panose="02010600030101010101" pitchFamily="2" charset="-122"/>
              </a:rPr>
              <a:t>i</a:t>
            </a:r>
            <a:r>
              <a:rPr lang="en-US" altLang="zh-CN" sz="2400" dirty="0">
                <a:ea typeface="SimSun" panose="02010600030101010101" pitchFamily="2" charset="-122"/>
              </a:rPr>
              <a:t> in classification; it is based on the output of the discriminant function </a:t>
            </a:r>
            <a:r>
              <a:rPr lang="en-US" altLang="zh-CN" sz="2400" b="1" dirty="0" err="1">
                <a:ea typeface="SimSun" panose="02010600030101010101" pitchFamily="2" charset="-122"/>
              </a:rPr>
              <a:t>w</a:t>
            </a:r>
            <a:r>
              <a:rPr lang="en-US" altLang="zh-CN" sz="2400" baseline="30000" dirty="0" err="1">
                <a:ea typeface="SimSun" panose="02010600030101010101" pitchFamily="2" charset="-122"/>
              </a:rPr>
              <a:t>T</a:t>
            </a:r>
            <a:r>
              <a:rPr lang="en-US" altLang="zh-CN" sz="2400" b="1" dirty="0" err="1">
                <a:ea typeface="SimSun" panose="02010600030101010101" pitchFamily="2" charset="-122"/>
              </a:rPr>
              <a:t>x</a:t>
            </a:r>
            <a:r>
              <a:rPr lang="en-US" altLang="zh-CN" sz="2400" dirty="0" err="1">
                <a:ea typeface="SimSun" panose="02010600030101010101" pitchFamily="2" charset="-122"/>
              </a:rPr>
              <a:t>+b</a:t>
            </a:r>
            <a:endParaRPr lang="en-US" altLang="zh-CN" sz="2400" dirty="0">
              <a:ea typeface="SimSun" panose="02010600030101010101" pitchFamily="2" charset="-122"/>
            </a:endParaRPr>
          </a:p>
          <a:p>
            <a:r>
              <a:rPr lang="en-US" altLang="zh-CN" sz="2400" dirty="0">
                <a:ea typeface="SimSun" panose="02010600030101010101" pitchFamily="2" charset="-122"/>
              </a:rPr>
              <a:t> </a:t>
            </a:r>
            <a:r>
              <a:rPr lang="en-US" altLang="zh-CN" sz="2400" dirty="0">
                <a:latin typeface="Symbol" panose="05050102010706020507" pitchFamily="18" charset="2"/>
                <a:ea typeface="SimSun" panose="02010600030101010101" pitchFamily="2" charset="-122"/>
              </a:rPr>
              <a:t>x</a:t>
            </a:r>
            <a:r>
              <a:rPr lang="en-US" altLang="zh-CN" sz="2400" baseline="-25000" dirty="0">
                <a:ea typeface="SimSun" panose="02010600030101010101" pitchFamily="2" charset="-122"/>
              </a:rPr>
              <a:t>i</a:t>
            </a:r>
            <a:r>
              <a:rPr lang="en-US" altLang="zh-CN" sz="2400" dirty="0">
                <a:ea typeface="SimSun" panose="02010600030101010101" pitchFamily="2" charset="-122"/>
              </a:rPr>
              <a:t> approximates the number of misclassified samples</a:t>
            </a:r>
          </a:p>
        </p:txBody>
      </p:sp>
      <p:grpSp>
        <p:nvGrpSpPr>
          <p:cNvPr id="106542" name="Group 46">
            <a:extLst>
              <a:ext uri="{FF2B5EF4-FFF2-40B4-BE49-F238E27FC236}">
                <a16:creationId xmlns:a16="http://schemas.microsoft.com/office/drawing/2014/main" id="{2DFCD620-DB03-4273-BABB-DD43630379A2}"/>
              </a:ext>
            </a:extLst>
          </p:cNvPr>
          <p:cNvGrpSpPr>
            <a:grpSpLocks/>
          </p:cNvGrpSpPr>
          <p:nvPr/>
        </p:nvGrpSpPr>
        <p:grpSpPr bwMode="auto">
          <a:xfrm>
            <a:off x="1371600" y="2482850"/>
            <a:ext cx="5943600" cy="4070350"/>
            <a:chOff x="1008" y="1056"/>
            <a:chExt cx="4416" cy="3024"/>
          </a:xfrm>
        </p:grpSpPr>
        <p:sp>
          <p:nvSpPr>
            <p:cNvPr id="106502" name="Line 6">
              <a:extLst>
                <a:ext uri="{FF2B5EF4-FFF2-40B4-BE49-F238E27FC236}">
                  <a16:creationId xmlns:a16="http://schemas.microsoft.com/office/drawing/2014/main" id="{822F37FD-9572-49AD-BCCD-DDBF98FD4E92}"/>
                </a:ext>
              </a:extLst>
            </p:cNvPr>
            <p:cNvSpPr>
              <a:spLocks noChangeShapeType="1"/>
            </p:cNvSpPr>
            <p:nvPr/>
          </p:nvSpPr>
          <p:spPr bwMode="auto">
            <a:xfrm flipV="1">
              <a:off x="1344" y="1128"/>
              <a:ext cx="0" cy="2696"/>
            </a:xfrm>
            <a:prstGeom prst="line">
              <a:avLst/>
            </a:prstGeom>
            <a:noFill/>
            <a:ln w="12700">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06503" name="Line 7">
              <a:extLst>
                <a:ext uri="{FF2B5EF4-FFF2-40B4-BE49-F238E27FC236}">
                  <a16:creationId xmlns:a16="http://schemas.microsoft.com/office/drawing/2014/main" id="{7F27E7C5-D52F-477F-9ADD-ECDD6BFD00A7}"/>
                </a:ext>
              </a:extLst>
            </p:cNvPr>
            <p:cNvSpPr>
              <a:spLocks noChangeShapeType="1"/>
            </p:cNvSpPr>
            <p:nvPr/>
          </p:nvSpPr>
          <p:spPr bwMode="auto">
            <a:xfrm flipV="1">
              <a:off x="1344" y="3824"/>
              <a:ext cx="2568" cy="0"/>
            </a:xfrm>
            <a:prstGeom prst="line">
              <a:avLst/>
            </a:prstGeom>
            <a:noFill/>
            <a:ln w="12700">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06504" name="Oval 8">
              <a:extLst>
                <a:ext uri="{FF2B5EF4-FFF2-40B4-BE49-F238E27FC236}">
                  <a16:creationId xmlns:a16="http://schemas.microsoft.com/office/drawing/2014/main" id="{0ED5E66F-8FBA-4A58-A162-E54325022F6D}"/>
                </a:ext>
              </a:extLst>
            </p:cNvPr>
            <p:cNvSpPr>
              <a:spLocks noChangeArrowheads="1"/>
            </p:cNvSpPr>
            <p:nvPr/>
          </p:nvSpPr>
          <p:spPr bwMode="auto">
            <a:xfrm>
              <a:off x="3078" y="1642"/>
              <a:ext cx="128" cy="12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6505" name="Oval 9">
              <a:extLst>
                <a:ext uri="{FF2B5EF4-FFF2-40B4-BE49-F238E27FC236}">
                  <a16:creationId xmlns:a16="http://schemas.microsoft.com/office/drawing/2014/main" id="{193BED6B-C4FD-4319-96DE-FD1FC06CE732}"/>
                </a:ext>
              </a:extLst>
            </p:cNvPr>
            <p:cNvSpPr>
              <a:spLocks noChangeArrowheads="1"/>
            </p:cNvSpPr>
            <p:nvPr/>
          </p:nvSpPr>
          <p:spPr bwMode="auto">
            <a:xfrm>
              <a:off x="3600" y="1344"/>
              <a:ext cx="129" cy="129"/>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6506" name="Oval 10">
              <a:extLst>
                <a:ext uri="{FF2B5EF4-FFF2-40B4-BE49-F238E27FC236}">
                  <a16:creationId xmlns:a16="http://schemas.microsoft.com/office/drawing/2014/main" id="{85C909E9-DD9D-4C12-8436-044D9789C359}"/>
                </a:ext>
              </a:extLst>
            </p:cNvPr>
            <p:cNvSpPr>
              <a:spLocks noChangeArrowheads="1"/>
            </p:cNvSpPr>
            <p:nvPr/>
          </p:nvSpPr>
          <p:spPr bwMode="auto">
            <a:xfrm>
              <a:off x="3936" y="2496"/>
              <a:ext cx="128" cy="12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6507" name="Oval 11">
              <a:extLst>
                <a:ext uri="{FF2B5EF4-FFF2-40B4-BE49-F238E27FC236}">
                  <a16:creationId xmlns:a16="http://schemas.microsoft.com/office/drawing/2014/main" id="{49CC6290-9701-4FE9-89C6-0EE713453996}"/>
                </a:ext>
              </a:extLst>
            </p:cNvPr>
            <p:cNvSpPr>
              <a:spLocks noChangeArrowheads="1"/>
            </p:cNvSpPr>
            <p:nvPr/>
          </p:nvSpPr>
          <p:spPr bwMode="auto">
            <a:xfrm>
              <a:off x="2400" y="1728"/>
              <a:ext cx="129" cy="129"/>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6508" name="Oval 12">
              <a:extLst>
                <a:ext uri="{FF2B5EF4-FFF2-40B4-BE49-F238E27FC236}">
                  <a16:creationId xmlns:a16="http://schemas.microsoft.com/office/drawing/2014/main" id="{C12C49BD-4D79-47DF-A336-51C1DA72D170}"/>
                </a:ext>
              </a:extLst>
            </p:cNvPr>
            <p:cNvSpPr>
              <a:spLocks noChangeArrowheads="1"/>
            </p:cNvSpPr>
            <p:nvPr/>
          </p:nvSpPr>
          <p:spPr bwMode="auto">
            <a:xfrm>
              <a:off x="4080" y="2064"/>
              <a:ext cx="128" cy="12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6509" name="Rectangle 13">
              <a:extLst>
                <a:ext uri="{FF2B5EF4-FFF2-40B4-BE49-F238E27FC236}">
                  <a16:creationId xmlns:a16="http://schemas.microsoft.com/office/drawing/2014/main" id="{6D654E46-4E47-4568-B684-021E2AEFB481}"/>
                </a:ext>
              </a:extLst>
            </p:cNvPr>
            <p:cNvSpPr>
              <a:spLocks noChangeArrowheads="1"/>
            </p:cNvSpPr>
            <p:nvPr/>
          </p:nvSpPr>
          <p:spPr bwMode="auto">
            <a:xfrm>
              <a:off x="1632" y="2657"/>
              <a:ext cx="128" cy="128"/>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6510" name="Rectangle 14">
              <a:extLst>
                <a:ext uri="{FF2B5EF4-FFF2-40B4-BE49-F238E27FC236}">
                  <a16:creationId xmlns:a16="http://schemas.microsoft.com/office/drawing/2014/main" id="{EAC1616D-22FC-4810-AC8D-66464EA0347C}"/>
                </a:ext>
              </a:extLst>
            </p:cNvPr>
            <p:cNvSpPr>
              <a:spLocks noChangeArrowheads="1"/>
            </p:cNvSpPr>
            <p:nvPr/>
          </p:nvSpPr>
          <p:spPr bwMode="auto">
            <a:xfrm>
              <a:off x="3360" y="2448"/>
              <a:ext cx="129" cy="128"/>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6511" name="Rectangle 15">
              <a:extLst>
                <a:ext uri="{FF2B5EF4-FFF2-40B4-BE49-F238E27FC236}">
                  <a16:creationId xmlns:a16="http://schemas.microsoft.com/office/drawing/2014/main" id="{4EAE4197-4382-4DE5-8C33-8E4A7DDBB0AC}"/>
                </a:ext>
              </a:extLst>
            </p:cNvPr>
            <p:cNvSpPr>
              <a:spLocks noChangeArrowheads="1"/>
            </p:cNvSpPr>
            <p:nvPr/>
          </p:nvSpPr>
          <p:spPr bwMode="auto">
            <a:xfrm>
              <a:off x="2208" y="2928"/>
              <a:ext cx="128" cy="128"/>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6512" name="Rectangle 16">
              <a:extLst>
                <a:ext uri="{FF2B5EF4-FFF2-40B4-BE49-F238E27FC236}">
                  <a16:creationId xmlns:a16="http://schemas.microsoft.com/office/drawing/2014/main" id="{546E1307-F3EF-4070-BA2A-3303AD1DE37D}"/>
                </a:ext>
              </a:extLst>
            </p:cNvPr>
            <p:cNvSpPr>
              <a:spLocks noChangeArrowheads="1"/>
            </p:cNvSpPr>
            <p:nvPr/>
          </p:nvSpPr>
          <p:spPr bwMode="auto">
            <a:xfrm>
              <a:off x="1729" y="3247"/>
              <a:ext cx="129" cy="128"/>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6513" name="Rectangle 17">
              <a:extLst>
                <a:ext uri="{FF2B5EF4-FFF2-40B4-BE49-F238E27FC236}">
                  <a16:creationId xmlns:a16="http://schemas.microsoft.com/office/drawing/2014/main" id="{9918AD86-0A2E-495F-9A81-457C516A3091}"/>
                </a:ext>
              </a:extLst>
            </p:cNvPr>
            <p:cNvSpPr>
              <a:spLocks noChangeArrowheads="1"/>
            </p:cNvSpPr>
            <p:nvPr/>
          </p:nvSpPr>
          <p:spPr bwMode="auto">
            <a:xfrm>
              <a:off x="1440" y="2832"/>
              <a:ext cx="128" cy="128"/>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6514" name="Text Box 18">
              <a:extLst>
                <a:ext uri="{FF2B5EF4-FFF2-40B4-BE49-F238E27FC236}">
                  <a16:creationId xmlns:a16="http://schemas.microsoft.com/office/drawing/2014/main" id="{5531073B-FF68-4658-B61E-A0EF950D30B0}"/>
                </a:ext>
              </a:extLst>
            </p:cNvPr>
            <p:cNvSpPr txBox="1">
              <a:spLocks noChangeArrowheads="1"/>
            </p:cNvSpPr>
            <p:nvPr/>
          </p:nvSpPr>
          <p:spPr bwMode="auto">
            <a:xfrm>
              <a:off x="1680" y="3569"/>
              <a:ext cx="722" cy="2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a:ea typeface="SimSun" panose="02010600030101010101" pitchFamily="2" charset="-122"/>
                </a:rPr>
                <a:t>Class 1</a:t>
              </a:r>
            </a:p>
          </p:txBody>
        </p:sp>
        <p:sp>
          <p:nvSpPr>
            <p:cNvPr id="106515" name="Text Box 19">
              <a:extLst>
                <a:ext uri="{FF2B5EF4-FFF2-40B4-BE49-F238E27FC236}">
                  <a16:creationId xmlns:a16="http://schemas.microsoft.com/office/drawing/2014/main" id="{06471824-8A7F-40D0-8013-378476778282}"/>
                </a:ext>
              </a:extLst>
            </p:cNvPr>
            <p:cNvSpPr txBox="1">
              <a:spLocks noChangeArrowheads="1"/>
            </p:cNvSpPr>
            <p:nvPr/>
          </p:nvSpPr>
          <p:spPr bwMode="auto">
            <a:xfrm>
              <a:off x="3792" y="1488"/>
              <a:ext cx="721" cy="2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a:ea typeface="SimSun" panose="02010600030101010101" pitchFamily="2" charset="-122"/>
                </a:rPr>
                <a:t>Class 2</a:t>
              </a:r>
            </a:p>
          </p:txBody>
        </p:sp>
        <p:sp>
          <p:nvSpPr>
            <p:cNvPr id="106516" name="Line 20">
              <a:extLst>
                <a:ext uri="{FF2B5EF4-FFF2-40B4-BE49-F238E27FC236}">
                  <a16:creationId xmlns:a16="http://schemas.microsoft.com/office/drawing/2014/main" id="{C2D2D10F-2CE6-4511-93FD-3938C663C039}"/>
                </a:ext>
              </a:extLst>
            </p:cNvPr>
            <p:cNvSpPr>
              <a:spLocks noChangeShapeType="1"/>
            </p:cNvSpPr>
            <p:nvPr/>
          </p:nvSpPr>
          <p:spPr bwMode="auto">
            <a:xfrm>
              <a:off x="2496" y="1056"/>
              <a:ext cx="2119" cy="2118"/>
            </a:xfrm>
            <a:prstGeom prst="line">
              <a:avLst/>
            </a:prstGeom>
            <a:noFill/>
            <a:ln w="38100">
              <a:solidFill>
                <a:schemeClr val="folHlink"/>
              </a:solidFill>
              <a:prstDash val="sysDot"/>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06517" name="Line 21">
              <a:extLst>
                <a:ext uri="{FF2B5EF4-FFF2-40B4-BE49-F238E27FC236}">
                  <a16:creationId xmlns:a16="http://schemas.microsoft.com/office/drawing/2014/main" id="{62B8E81D-04A1-4625-8CE1-7CFF945EDB25}"/>
                </a:ext>
              </a:extLst>
            </p:cNvPr>
            <p:cNvSpPr>
              <a:spLocks noChangeShapeType="1"/>
            </p:cNvSpPr>
            <p:nvPr/>
          </p:nvSpPr>
          <p:spPr bwMode="auto">
            <a:xfrm>
              <a:off x="1008" y="1728"/>
              <a:ext cx="2288" cy="2262"/>
            </a:xfrm>
            <a:prstGeom prst="line">
              <a:avLst/>
            </a:prstGeom>
            <a:noFill/>
            <a:ln w="38100">
              <a:solidFill>
                <a:schemeClr val="folHlink"/>
              </a:solidFill>
              <a:prstDash val="sysDot"/>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06518" name="Line 22">
              <a:extLst>
                <a:ext uri="{FF2B5EF4-FFF2-40B4-BE49-F238E27FC236}">
                  <a16:creationId xmlns:a16="http://schemas.microsoft.com/office/drawing/2014/main" id="{6578EC8E-B8E3-4E47-9330-2895ABD71515}"/>
                </a:ext>
              </a:extLst>
            </p:cNvPr>
            <p:cNvSpPr>
              <a:spLocks noChangeShapeType="1"/>
            </p:cNvSpPr>
            <p:nvPr/>
          </p:nvSpPr>
          <p:spPr bwMode="auto">
            <a:xfrm>
              <a:off x="1408" y="1064"/>
              <a:ext cx="2624" cy="2601"/>
            </a:xfrm>
            <a:prstGeom prst="line">
              <a:avLst/>
            </a:prstGeom>
            <a:noFill/>
            <a:ln w="38100">
              <a:solidFill>
                <a:schemeClr val="fo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pic>
          <p:nvPicPr>
            <p:cNvPr id="106519" name="Picture 23">
              <a:extLst>
                <a:ext uri="{FF2B5EF4-FFF2-40B4-BE49-F238E27FC236}">
                  <a16:creationId xmlns:a16="http://schemas.microsoft.com/office/drawing/2014/main" id="{1F9BEC4B-23C9-49B1-83A5-453F31ACD502}"/>
                </a:ext>
              </a:extLst>
            </p:cNvPr>
            <p:cNvPicPr>
              <a:picLocks noChangeAspect="1" noChangeArrowheads="1"/>
            </p:cNvPicPr>
            <p:nvPr>
              <p:custDataLst>
                <p:tags r:id="rId1"/>
              </p:custDataLst>
            </p:nvPr>
          </p:nvPicPr>
          <p:blipFill>
            <a:blip r:embed="rId11" cstate="print">
              <a:extLst>
                <a:ext uri="{28A0092B-C50C-407E-A947-70E740481C1C}">
                  <a14:useLocalDpi xmlns:a14="http://schemas.microsoft.com/office/drawing/2010/main" val="0"/>
                </a:ext>
              </a:extLst>
            </a:blip>
            <a:srcRect/>
            <a:stretch>
              <a:fillRect/>
            </a:stretch>
          </p:blipFill>
          <p:spPr bwMode="auto">
            <a:xfrm>
              <a:off x="3936" y="3521"/>
              <a:ext cx="1200" cy="2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6520" name="Picture 24">
              <a:extLst>
                <a:ext uri="{FF2B5EF4-FFF2-40B4-BE49-F238E27FC236}">
                  <a16:creationId xmlns:a16="http://schemas.microsoft.com/office/drawing/2014/main" id="{FE759140-9A0B-4560-85E9-2E44D6D9394E}"/>
                </a:ext>
              </a:extLst>
            </p:cNvPr>
            <p:cNvPicPr>
              <a:picLocks noChangeAspect="1" noChangeArrowheads="1"/>
            </p:cNvPicPr>
            <p:nvPr>
              <p:custDataLst>
                <p:tags r:id="rId2"/>
              </p:custDataLst>
            </p:nvPr>
          </p:nvPicPr>
          <p:blipFill>
            <a:blip r:embed="rId12" cstate="print">
              <a:extLst>
                <a:ext uri="{28A0092B-C50C-407E-A947-70E740481C1C}">
                  <a14:useLocalDpi xmlns:a14="http://schemas.microsoft.com/office/drawing/2010/main" val="0"/>
                </a:ext>
              </a:extLst>
            </a:blip>
            <a:srcRect/>
            <a:stretch>
              <a:fillRect/>
            </a:stretch>
          </p:blipFill>
          <p:spPr bwMode="auto">
            <a:xfrm>
              <a:off x="4272" y="3137"/>
              <a:ext cx="1152" cy="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6521" name="Picture 25">
              <a:extLst>
                <a:ext uri="{FF2B5EF4-FFF2-40B4-BE49-F238E27FC236}">
                  <a16:creationId xmlns:a16="http://schemas.microsoft.com/office/drawing/2014/main" id="{DF55558C-4FD6-44FF-BE45-DBA5F0361575}"/>
                </a:ext>
              </a:extLst>
            </p:cNvPr>
            <p:cNvPicPr>
              <a:picLocks noChangeAspect="1" noChangeArrowheads="1"/>
            </p:cNvPicPr>
            <p:nvPr>
              <p:custDataLst>
                <p:tags r:id="rId3"/>
              </p:custDataLst>
            </p:nvPr>
          </p:nvPicPr>
          <p:blipFill>
            <a:blip r:embed="rId13" cstate="print">
              <a:extLst>
                <a:ext uri="{28A0092B-C50C-407E-A947-70E740481C1C}">
                  <a14:useLocalDpi xmlns:a14="http://schemas.microsoft.com/office/drawing/2010/main" val="0"/>
                </a:ext>
              </a:extLst>
            </a:blip>
            <a:srcRect/>
            <a:stretch>
              <a:fillRect/>
            </a:stretch>
          </p:blipFill>
          <p:spPr bwMode="auto">
            <a:xfrm>
              <a:off x="3216" y="3857"/>
              <a:ext cx="1344" cy="2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6522" name="Line 26">
              <a:extLst>
                <a:ext uri="{FF2B5EF4-FFF2-40B4-BE49-F238E27FC236}">
                  <a16:creationId xmlns:a16="http://schemas.microsoft.com/office/drawing/2014/main" id="{F2496ABC-2728-4B05-823E-EBC59BA69AC7}"/>
                </a:ext>
              </a:extLst>
            </p:cNvPr>
            <p:cNvSpPr>
              <a:spLocks noChangeShapeType="1"/>
            </p:cNvSpPr>
            <p:nvPr/>
          </p:nvSpPr>
          <p:spPr bwMode="auto">
            <a:xfrm flipV="1">
              <a:off x="2371" y="1642"/>
              <a:ext cx="1349" cy="1412"/>
            </a:xfrm>
            <a:prstGeom prst="line">
              <a:avLst/>
            </a:prstGeom>
            <a:noFill/>
            <a:ln w="25400">
              <a:solidFill>
                <a:srgbClr val="993366"/>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pic>
          <p:nvPicPr>
            <p:cNvPr id="106523" name="Picture 27">
              <a:extLst>
                <a:ext uri="{FF2B5EF4-FFF2-40B4-BE49-F238E27FC236}">
                  <a16:creationId xmlns:a16="http://schemas.microsoft.com/office/drawing/2014/main" id="{879D8A50-C272-493D-A8DA-57A0FF67B13A}"/>
                </a:ext>
              </a:extLst>
            </p:cNvPr>
            <p:cNvPicPr>
              <a:picLocks noChangeAspect="1" noChangeArrowheads="1"/>
            </p:cNvPicPr>
            <p:nvPr>
              <p:custDataLst>
                <p:tags r:id="rId4"/>
              </p:custDataLst>
            </p:nvPr>
          </p:nvPicPr>
          <p:blipFill>
            <a:blip r:embed="rId14" cstate="print">
              <a:extLst>
                <a:ext uri="{28A0092B-C50C-407E-A947-70E740481C1C}">
                  <a14:useLocalDpi xmlns:a14="http://schemas.microsoft.com/office/drawing/2010/main" val="0"/>
                </a:ext>
              </a:extLst>
            </a:blip>
            <a:srcRect/>
            <a:stretch>
              <a:fillRect/>
            </a:stretch>
          </p:blipFill>
          <p:spPr bwMode="auto">
            <a:xfrm>
              <a:off x="3024" y="1968"/>
              <a:ext cx="240" cy="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6533" name="Line 37">
              <a:extLst>
                <a:ext uri="{FF2B5EF4-FFF2-40B4-BE49-F238E27FC236}">
                  <a16:creationId xmlns:a16="http://schemas.microsoft.com/office/drawing/2014/main" id="{AD08F88B-40BE-42A4-A9B1-6EBD817E72F4}"/>
                </a:ext>
              </a:extLst>
            </p:cNvPr>
            <p:cNvSpPr>
              <a:spLocks noChangeShapeType="1"/>
            </p:cNvSpPr>
            <p:nvPr/>
          </p:nvSpPr>
          <p:spPr bwMode="auto">
            <a:xfrm flipH="1">
              <a:off x="2621" y="2554"/>
              <a:ext cx="768" cy="768"/>
            </a:xfrm>
            <a:prstGeom prst="line">
              <a:avLst/>
            </a:prstGeom>
            <a:noFill/>
            <a:ln w="25400">
              <a:solidFill>
                <a:srgbClr val="FF00FF"/>
              </a:solidFill>
              <a:miter lim="800000"/>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pic>
          <p:nvPicPr>
            <p:cNvPr id="106534" name="Picture 38">
              <a:extLst>
                <a:ext uri="{FF2B5EF4-FFF2-40B4-BE49-F238E27FC236}">
                  <a16:creationId xmlns:a16="http://schemas.microsoft.com/office/drawing/2014/main" id="{F143AF5D-0616-4ECF-82B0-7CED7DCEDC04}"/>
                </a:ext>
              </a:extLst>
            </p:cNvPr>
            <p:cNvPicPr>
              <a:picLocks noChangeAspect="1" noChangeArrowheads="1"/>
            </p:cNvPicPr>
            <p:nvPr>
              <p:custDataLst>
                <p:tags r:id="rId5"/>
              </p:custDataLst>
            </p:nvPr>
          </p:nvPicPr>
          <p:blipFill>
            <a:blip r:embed="rId15" cstate="print">
              <a:extLst>
                <a:ext uri="{28A0092B-C50C-407E-A947-70E740481C1C}">
                  <a14:useLocalDpi xmlns:a14="http://schemas.microsoft.com/office/drawing/2010/main" val="0"/>
                </a:ext>
              </a:extLst>
            </a:blip>
            <a:srcRect/>
            <a:stretch>
              <a:fillRect/>
            </a:stretch>
          </p:blipFill>
          <p:spPr bwMode="auto">
            <a:xfrm>
              <a:off x="2976" y="2976"/>
              <a:ext cx="190"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6536" name="Picture 40">
              <a:extLst>
                <a:ext uri="{FF2B5EF4-FFF2-40B4-BE49-F238E27FC236}">
                  <a16:creationId xmlns:a16="http://schemas.microsoft.com/office/drawing/2014/main" id="{46E3EA6C-9FEC-4557-8245-AFDA54E374B2}"/>
                </a:ext>
              </a:extLst>
            </p:cNvPr>
            <p:cNvPicPr>
              <a:picLocks noChangeAspect="1" noChangeArrowheads="1"/>
            </p:cNvPicPr>
            <p:nvPr>
              <p:custDataLst>
                <p:tags r:id="rId6"/>
              </p:custDataLst>
            </p:nvPr>
          </p:nvPicPr>
          <p:blipFill>
            <a:blip r:embed="rId16" cstate="print">
              <a:extLst>
                <a:ext uri="{28A0092B-C50C-407E-A947-70E740481C1C}">
                  <a14:useLocalDpi xmlns:a14="http://schemas.microsoft.com/office/drawing/2010/main" val="0"/>
                </a:ext>
              </a:extLst>
            </a:blip>
            <a:srcRect/>
            <a:stretch>
              <a:fillRect/>
            </a:stretch>
          </p:blipFill>
          <p:spPr bwMode="auto">
            <a:xfrm>
              <a:off x="3497" y="2592"/>
              <a:ext cx="199" cy="1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6537" name="Line 41">
              <a:extLst>
                <a:ext uri="{FF2B5EF4-FFF2-40B4-BE49-F238E27FC236}">
                  <a16:creationId xmlns:a16="http://schemas.microsoft.com/office/drawing/2014/main" id="{D6C7FB03-3939-4176-AFC2-369C785559A6}"/>
                </a:ext>
              </a:extLst>
            </p:cNvPr>
            <p:cNvSpPr>
              <a:spLocks noChangeShapeType="1"/>
            </p:cNvSpPr>
            <p:nvPr/>
          </p:nvSpPr>
          <p:spPr bwMode="auto">
            <a:xfrm flipH="1">
              <a:off x="2496" y="1429"/>
              <a:ext cx="374" cy="347"/>
            </a:xfrm>
            <a:prstGeom prst="line">
              <a:avLst/>
            </a:prstGeom>
            <a:noFill/>
            <a:ln w="25400">
              <a:solidFill>
                <a:srgbClr val="FF00FF"/>
              </a:solidFill>
              <a:miter lim="800000"/>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pic>
          <p:nvPicPr>
            <p:cNvPr id="106540" name="Picture 44">
              <a:extLst>
                <a:ext uri="{FF2B5EF4-FFF2-40B4-BE49-F238E27FC236}">
                  <a16:creationId xmlns:a16="http://schemas.microsoft.com/office/drawing/2014/main" id="{BEDC0FB0-42B2-45D8-B7F0-DAEE42B7FBA1}"/>
                </a:ext>
              </a:extLst>
            </p:cNvPr>
            <p:cNvPicPr>
              <a:picLocks noChangeAspect="1" noChangeArrowheads="1"/>
            </p:cNvPicPr>
            <p:nvPr>
              <p:custDataLst>
                <p:tags r:id="rId7"/>
              </p:custDataLst>
            </p:nvPr>
          </p:nvPicPr>
          <p:blipFill>
            <a:blip r:embed="rId17" cstate="print">
              <a:extLst>
                <a:ext uri="{28A0092B-C50C-407E-A947-70E740481C1C}">
                  <a14:useLocalDpi xmlns:a14="http://schemas.microsoft.com/office/drawing/2010/main" val="0"/>
                </a:ext>
              </a:extLst>
            </a:blip>
            <a:srcRect/>
            <a:stretch>
              <a:fillRect/>
            </a:stretch>
          </p:blipFill>
          <p:spPr bwMode="auto">
            <a:xfrm>
              <a:off x="2530" y="1802"/>
              <a:ext cx="221" cy="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6541" name="Picture 45">
              <a:extLst>
                <a:ext uri="{FF2B5EF4-FFF2-40B4-BE49-F238E27FC236}">
                  <a16:creationId xmlns:a16="http://schemas.microsoft.com/office/drawing/2014/main" id="{DBE74D8C-6949-443F-A6B1-FC03146B1E7D}"/>
                </a:ext>
              </a:extLst>
            </p:cNvPr>
            <p:cNvPicPr>
              <a:picLocks noChangeAspect="1" noChangeArrowheads="1"/>
            </p:cNvPicPr>
            <p:nvPr>
              <p:custDataLst>
                <p:tags r:id="rId8"/>
              </p:custDataLst>
            </p:nvPr>
          </p:nvPicPr>
          <p:blipFill>
            <a:blip r:embed="rId18" cstate="print">
              <a:extLst>
                <a:ext uri="{28A0092B-C50C-407E-A947-70E740481C1C}">
                  <a14:useLocalDpi xmlns:a14="http://schemas.microsoft.com/office/drawing/2010/main" val="0"/>
                </a:ext>
              </a:extLst>
            </a:blip>
            <a:srcRect/>
            <a:stretch>
              <a:fillRect/>
            </a:stretch>
          </p:blipFill>
          <p:spPr bwMode="auto">
            <a:xfrm>
              <a:off x="2389" y="1373"/>
              <a:ext cx="215" cy="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2" name="Footer Placeholder 1">
            <a:extLst>
              <a:ext uri="{FF2B5EF4-FFF2-40B4-BE49-F238E27FC236}">
                <a16:creationId xmlns:a16="http://schemas.microsoft.com/office/drawing/2014/main" id="{4AC5A7BD-FF81-4C60-A66D-AA2AE902300B}"/>
              </a:ext>
            </a:extLst>
          </p:cNvPr>
          <p:cNvSpPr>
            <a:spLocks noGrp="1"/>
          </p:cNvSpPr>
          <p:nvPr>
            <p:ph type="ftr" sz="quarter" idx="11"/>
          </p:nvPr>
        </p:nvSpPr>
        <p:spPr/>
        <p:txBody>
          <a:bodyPr/>
          <a:lstStyle/>
          <a:p>
            <a:r>
              <a:rPr lang="en-US"/>
              <a:t>Presented by    Dr. AKHTAR JAMIL </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Date Placeholder 7">
            <a:extLst>
              <a:ext uri="{FF2B5EF4-FFF2-40B4-BE49-F238E27FC236}">
                <a16:creationId xmlns:a16="http://schemas.microsoft.com/office/drawing/2014/main" id="{E7858257-3A01-43FF-898F-6A90BC4B8ECE}"/>
              </a:ext>
            </a:extLst>
          </p:cNvPr>
          <p:cNvSpPr>
            <a:spLocks noGrp="1"/>
          </p:cNvSpPr>
          <p:nvPr>
            <p:ph type="dt" sz="half" idx="10"/>
          </p:nvPr>
        </p:nvSpPr>
        <p:spPr/>
        <p:txBody>
          <a:bodyPr/>
          <a:lstStyle/>
          <a:p>
            <a:fld id="{4EB5BA8F-616D-4269-B44D-13ADEB0E806A}" type="datetime1">
              <a:rPr lang="en-US" altLang="zh-CN" smtClean="0"/>
              <a:t>3/21/2022</a:t>
            </a:fld>
            <a:endParaRPr lang="en-US" altLang="zh-CN"/>
          </a:p>
        </p:txBody>
      </p:sp>
      <p:sp>
        <p:nvSpPr>
          <p:cNvPr id="9" name="Slide Number Placeholder 8">
            <a:extLst>
              <a:ext uri="{FF2B5EF4-FFF2-40B4-BE49-F238E27FC236}">
                <a16:creationId xmlns:a16="http://schemas.microsoft.com/office/drawing/2014/main" id="{B915FBFE-5998-434B-A1A3-3982B14E0AC9}"/>
              </a:ext>
            </a:extLst>
          </p:cNvPr>
          <p:cNvSpPr>
            <a:spLocks noGrp="1"/>
          </p:cNvSpPr>
          <p:nvPr>
            <p:ph type="sldNum" sz="quarter" idx="11"/>
          </p:nvPr>
        </p:nvSpPr>
        <p:spPr/>
        <p:txBody>
          <a:bodyPr/>
          <a:lstStyle/>
          <a:p>
            <a:fld id="{4BA222CA-B4E2-4A1D-A5A8-B6679861C7AE}" type="slidenum">
              <a:rPr lang="zh-CN" altLang="en-US"/>
              <a:pPr/>
              <a:t>11</a:t>
            </a:fld>
            <a:endParaRPr lang="en-US" altLang="zh-CN"/>
          </a:p>
        </p:txBody>
      </p:sp>
      <p:sp>
        <p:nvSpPr>
          <p:cNvPr id="185346" name="Rectangle 2">
            <a:extLst>
              <a:ext uri="{FF2B5EF4-FFF2-40B4-BE49-F238E27FC236}">
                <a16:creationId xmlns:a16="http://schemas.microsoft.com/office/drawing/2014/main" id="{F9DD320E-227B-4CC7-98DB-13E8997B7DB6}"/>
              </a:ext>
            </a:extLst>
          </p:cNvPr>
          <p:cNvSpPr>
            <a:spLocks noGrp="1" noChangeArrowheads="1"/>
          </p:cNvSpPr>
          <p:nvPr>
            <p:ph type="title"/>
          </p:nvPr>
        </p:nvSpPr>
        <p:spPr/>
        <p:txBody>
          <a:bodyPr/>
          <a:lstStyle/>
          <a:p>
            <a:r>
              <a:rPr lang="en-US" altLang="zh-CN" dirty="0">
                <a:ea typeface="SimSun" panose="02010600030101010101" pitchFamily="2" charset="-122"/>
              </a:rPr>
              <a:t>Soft Margin Hyperplane</a:t>
            </a:r>
          </a:p>
        </p:txBody>
      </p:sp>
      <p:sp>
        <p:nvSpPr>
          <p:cNvPr id="185347" name="Rectangle 3">
            <a:extLst>
              <a:ext uri="{FF2B5EF4-FFF2-40B4-BE49-F238E27FC236}">
                <a16:creationId xmlns:a16="http://schemas.microsoft.com/office/drawing/2014/main" id="{42F39290-0513-4404-9B58-5634EE5F15A0}"/>
              </a:ext>
            </a:extLst>
          </p:cNvPr>
          <p:cNvSpPr>
            <a:spLocks noGrp="1" noChangeArrowheads="1"/>
          </p:cNvSpPr>
          <p:nvPr>
            <p:ph type="body" idx="1"/>
          </p:nvPr>
        </p:nvSpPr>
        <p:spPr/>
        <p:txBody>
          <a:bodyPr>
            <a:normAutofit/>
          </a:bodyPr>
          <a:lstStyle/>
          <a:p>
            <a:r>
              <a:rPr lang="en-US" altLang="zh-CN" dirty="0">
                <a:ea typeface="SimSun" panose="02010600030101010101" pitchFamily="2" charset="-122"/>
              </a:rPr>
              <a:t>If we minimize </a:t>
            </a:r>
            <a:r>
              <a:rPr lang="en-US" altLang="zh-CN" dirty="0" err="1">
                <a:latin typeface="Symbol" panose="05050102010706020507" pitchFamily="18" charset="2"/>
                <a:ea typeface="SimSun" panose="02010600030101010101" pitchFamily="2" charset="-122"/>
              </a:rPr>
              <a:t>å</a:t>
            </a:r>
            <a:r>
              <a:rPr lang="en-US" altLang="zh-CN" baseline="-25000" dirty="0" err="1">
                <a:ea typeface="SimSun" panose="02010600030101010101" pitchFamily="2" charset="-122"/>
              </a:rPr>
              <a:t>i</a:t>
            </a:r>
            <a:r>
              <a:rPr lang="en-US" altLang="zh-CN" dirty="0" err="1">
                <a:latin typeface="Symbol" panose="05050102010706020507" pitchFamily="18" charset="2"/>
                <a:ea typeface="SimSun" panose="02010600030101010101" pitchFamily="2" charset="-122"/>
              </a:rPr>
              <a:t>x</a:t>
            </a:r>
            <a:r>
              <a:rPr lang="en-US" altLang="zh-CN" baseline="-25000" dirty="0" err="1">
                <a:ea typeface="SimSun" panose="02010600030101010101" pitchFamily="2" charset="-122"/>
              </a:rPr>
              <a:t>i</a:t>
            </a:r>
            <a:r>
              <a:rPr lang="en-US" altLang="zh-CN" dirty="0">
                <a:ea typeface="SimSun" panose="02010600030101010101" pitchFamily="2" charset="-122"/>
              </a:rPr>
              <a:t>, </a:t>
            </a:r>
            <a:r>
              <a:rPr lang="en-US" altLang="zh-CN" dirty="0">
                <a:latin typeface="Symbol" panose="05050102010706020507" pitchFamily="18" charset="2"/>
                <a:ea typeface="SimSun" panose="02010600030101010101" pitchFamily="2" charset="-122"/>
              </a:rPr>
              <a:t>x</a:t>
            </a:r>
            <a:r>
              <a:rPr lang="en-US" altLang="zh-CN" baseline="-25000" dirty="0">
                <a:ea typeface="SimSun" panose="02010600030101010101" pitchFamily="2" charset="-122"/>
              </a:rPr>
              <a:t>i</a:t>
            </a:r>
            <a:r>
              <a:rPr lang="en-US" altLang="zh-CN" dirty="0">
                <a:ea typeface="SimSun" panose="02010600030101010101" pitchFamily="2" charset="-122"/>
              </a:rPr>
              <a:t> can be computed by</a:t>
            </a:r>
          </a:p>
          <a:p>
            <a:endParaRPr lang="en-US" altLang="zh-CN" dirty="0">
              <a:ea typeface="SimSun" panose="02010600030101010101" pitchFamily="2" charset="-122"/>
            </a:endParaRPr>
          </a:p>
          <a:p>
            <a:endParaRPr lang="en-US" altLang="zh-CN" dirty="0">
              <a:ea typeface="SimSun" panose="02010600030101010101" pitchFamily="2" charset="-122"/>
            </a:endParaRPr>
          </a:p>
          <a:p>
            <a:endParaRPr lang="en-US" altLang="zh-CN" dirty="0">
              <a:ea typeface="SimSun" panose="02010600030101010101" pitchFamily="2" charset="-122"/>
            </a:endParaRPr>
          </a:p>
          <a:p>
            <a:pPr lvl="1"/>
            <a:r>
              <a:rPr lang="en-US" altLang="zh-CN" dirty="0">
                <a:latin typeface="Symbol" panose="05050102010706020507" pitchFamily="18" charset="2"/>
                <a:ea typeface="SimSun" panose="02010600030101010101" pitchFamily="2" charset="-122"/>
              </a:rPr>
              <a:t>x</a:t>
            </a:r>
            <a:r>
              <a:rPr lang="en-US" altLang="zh-CN" baseline="-25000" dirty="0">
                <a:ea typeface="SimSun" panose="02010600030101010101" pitchFamily="2" charset="-122"/>
              </a:rPr>
              <a:t>i</a:t>
            </a:r>
            <a:r>
              <a:rPr lang="en-US" altLang="zh-CN" dirty="0">
                <a:ea typeface="SimSun" panose="02010600030101010101" pitchFamily="2" charset="-122"/>
              </a:rPr>
              <a:t> are “</a:t>
            </a:r>
            <a:r>
              <a:rPr lang="en-US" altLang="zh-CN" dirty="0">
                <a:solidFill>
                  <a:srgbClr val="00B0F0"/>
                </a:solidFill>
                <a:ea typeface="SimSun" panose="02010600030101010101" pitchFamily="2" charset="-122"/>
              </a:rPr>
              <a:t>slack variables</a:t>
            </a:r>
            <a:r>
              <a:rPr lang="en-US" altLang="zh-CN" dirty="0">
                <a:ea typeface="SimSun" panose="02010600030101010101" pitchFamily="2" charset="-122"/>
              </a:rPr>
              <a:t>” in optimization</a:t>
            </a:r>
          </a:p>
          <a:p>
            <a:pPr lvl="1"/>
            <a:r>
              <a:rPr lang="en-US" altLang="zh-CN" dirty="0">
                <a:ea typeface="SimSun" panose="02010600030101010101" pitchFamily="2" charset="-122"/>
              </a:rPr>
              <a:t>Note that </a:t>
            </a:r>
            <a:r>
              <a:rPr lang="en-US" altLang="zh-CN" dirty="0">
                <a:latin typeface="Symbol" panose="05050102010706020507" pitchFamily="18" charset="2"/>
                <a:ea typeface="SimSun" panose="02010600030101010101" pitchFamily="2" charset="-122"/>
              </a:rPr>
              <a:t>x</a:t>
            </a:r>
            <a:r>
              <a:rPr lang="en-US" altLang="zh-CN" baseline="-25000" dirty="0">
                <a:ea typeface="SimSun" panose="02010600030101010101" pitchFamily="2" charset="-122"/>
              </a:rPr>
              <a:t>i</a:t>
            </a:r>
            <a:r>
              <a:rPr lang="en-US" altLang="zh-CN" dirty="0">
                <a:ea typeface="SimSun" panose="02010600030101010101" pitchFamily="2" charset="-122"/>
              </a:rPr>
              <a:t>=0 if there is no error for </a:t>
            </a:r>
            <a:r>
              <a:rPr lang="en-US" altLang="zh-CN" b="1" dirty="0">
                <a:ea typeface="SimSun" panose="02010600030101010101" pitchFamily="2" charset="-122"/>
              </a:rPr>
              <a:t>x</a:t>
            </a:r>
            <a:r>
              <a:rPr lang="en-US" altLang="zh-CN" baseline="-25000" dirty="0">
                <a:ea typeface="SimSun" panose="02010600030101010101" pitchFamily="2" charset="-122"/>
              </a:rPr>
              <a:t>i</a:t>
            </a:r>
            <a:endParaRPr lang="en-US" altLang="zh-CN" dirty="0">
              <a:ea typeface="SimSun" panose="02010600030101010101" pitchFamily="2" charset="-122"/>
            </a:endParaRPr>
          </a:p>
          <a:p>
            <a:pPr lvl="1"/>
            <a:r>
              <a:rPr lang="en-US" altLang="zh-CN" dirty="0">
                <a:latin typeface="Symbol" panose="05050102010706020507" pitchFamily="18" charset="2"/>
                <a:ea typeface="SimSun" panose="02010600030101010101" pitchFamily="2" charset="-122"/>
              </a:rPr>
              <a:t>x</a:t>
            </a:r>
            <a:r>
              <a:rPr lang="en-US" altLang="zh-CN" baseline="-25000" dirty="0">
                <a:ea typeface="SimSun" panose="02010600030101010101" pitchFamily="2" charset="-122"/>
              </a:rPr>
              <a:t>i</a:t>
            </a:r>
            <a:r>
              <a:rPr lang="en-US" altLang="zh-CN" dirty="0">
                <a:ea typeface="SimSun" panose="02010600030101010101" pitchFamily="2" charset="-122"/>
              </a:rPr>
              <a:t> is an upper bound of the number of errors</a:t>
            </a:r>
          </a:p>
          <a:p>
            <a:r>
              <a:rPr lang="en-US" altLang="zh-CN" dirty="0">
                <a:ea typeface="SimSun" panose="02010600030101010101" pitchFamily="2" charset="-122"/>
              </a:rPr>
              <a:t>We want to minimize</a:t>
            </a:r>
          </a:p>
          <a:p>
            <a:pPr lvl="1">
              <a:buFont typeface="Wingdings" panose="05000000000000000000" pitchFamily="2" charset="2"/>
              <a:buNone/>
            </a:pPr>
            <a:r>
              <a:rPr lang="en-US" altLang="zh-CN" sz="1000" i="1" dirty="0">
                <a:ea typeface="SimSun" panose="02010600030101010101" pitchFamily="2" charset="-122"/>
              </a:rPr>
              <a:t> </a:t>
            </a:r>
          </a:p>
          <a:p>
            <a:pPr lvl="1"/>
            <a:r>
              <a:rPr lang="en-US" altLang="zh-CN" i="1" dirty="0">
                <a:ea typeface="SimSun" panose="02010600030101010101" pitchFamily="2" charset="-122"/>
              </a:rPr>
              <a:t>C</a:t>
            </a:r>
            <a:r>
              <a:rPr lang="en-US" altLang="zh-CN" dirty="0">
                <a:ea typeface="SimSun" panose="02010600030101010101" pitchFamily="2" charset="-122"/>
              </a:rPr>
              <a:t> : </a:t>
            </a:r>
            <a:r>
              <a:rPr lang="en-US" altLang="zh-CN" dirty="0">
                <a:solidFill>
                  <a:srgbClr val="FF0000"/>
                </a:solidFill>
                <a:ea typeface="SimSun" panose="02010600030101010101" pitchFamily="2" charset="-122"/>
              </a:rPr>
              <a:t>tradeoff parameter between error and margin</a:t>
            </a:r>
          </a:p>
        </p:txBody>
      </p:sp>
      <p:pic>
        <p:nvPicPr>
          <p:cNvPr id="185349" name="Picture 5">
            <a:extLst>
              <a:ext uri="{FF2B5EF4-FFF2-40B4-BE49-F238E27FC236}">
                <a16:creationId xmlns:a16="http://schemas.microsoft.com/office/drawing/2014/main" id="{A0985161-7411-4657-809F-990182246916}"/>
              </a:ext>
            </a:extLst>
          </p:cNvPr>
          <p:cNvPicPr>
            <a:picLocks noChangeAspect="1" noChangeArrowheads="1"/>
          </p:cNvPicPr>
          <p:nvPr>
            <p:custDataLst>
              <p:tags r:id="rId1"/>
            </p:custDataLst>
          </p:nvPr>
        </p:nvPicPr>
        <p:blipFill>
          <a:blip r:embed="rId4" cstate="print">
            <a:extLst>
              <a:ext uri="{28A0092B-C50C-407E-A947-70E740481C1C}">
                <a14:useLocalDpi xmlns:a14="http://schemas.microsoft.com/office/drawing/2010/main" val="0"/>
              </a:ext>
            </a:extLst>
          </a:blip>
          <a:srcRect/>
          <a:stretch>
            <a:fillRect/>
          </a:stretch>
        </p:blipFill>
        <p:spPr bwMode="auto">
          <a:xfrm>
            <a:off x="2209800" y="2125664"/>
            <a:ext cx="4157662" cy="1160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a:extLst>
              <a:ext uri="{FF2B5EF4-FFF2-40B4-BE49-F238E27FC236}">
                <a16:creationId xmlns:a16="http://schemas.microsoft.com/office/drawing/2014/main" id="{CD8246CF-41C4-455A-A278-E62BF7B20EAA}"/>
              </a:ext>
            </a:extLst>
          </p:cNvPr>
          <p:cNvPicPr>
            <a:picLocks noChangeAspect="1"/>
          </p:cNvPicPr>
          <p:nvPr/>
        </p:nvPicPr>
        <p:blipFill>
          <a:blip r:embed="rId5"/>
          <a:stretch>
            <a:fillRect/>
          </a:stretch>
        </p:blipFill>
        <p:spPr>
          <a:xfrm>
            <a:off x="4538871" y="5029201"/>
            <a:ext cx="3157330" cy="600154"/>
          </a:xfrm>
          <a:prstGeom prst="rect">
            <a:avLst/>
          </a:prstGeom>
        </p:spPr>
      </p:pic>
      <p:sp>
        <p:nvSpPr>
          <p:cNvPr id="2" name="Footer Placeholder 1">
            <a:extLst>
              <a:ext uri="{FF2B5EF4-FFF2-40B4-BE49-F238E27FC236}">
                <a16:creationId xmlns:a16="http://schemas.microsoft.com/office/drawing/2014/main" id="{B5B5C6EE-2CC3-443C-95DC-543940552D2E}"/>
              </a:ext>
            </a:extLst>
          </p:cNvPr>
          <p:cNvSpPr>
            <a:spLocks noGrp="1"/>
          </p:cNvSpPr>
          <p:nvPr>
            <p:ph type="ftr" sz="quarter" idx="11"/>
          </p:nvPr>
        </p:nvSpPr>
        <p:spPr/>
        <p:txBody>
          <a:bodyPr/>
          <a:lstStyle/>
          <a:p>
            <a:r>
              <a:rPr lang="en-US"/>
              <a:t>Presented by    Dr. AKHTAR JAMIL </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CF6790C7-E1CF-43A9-83E7-4D9E9CB965E8}"/>
                  </a:ext>
                </a:extLst>
              </p:cNvPr>
              <p:cNvSpPr>
                <a:spLocks noGrp="1"/>
              </p:cNvSpPr>
              <p:nvPr>
                <p:ph idx="1"/>
              </p:nvPr>
            </p:nvSpPr>
            <p:spPr/>
            <p:txBody>
              <a:bodyPr>
                <a:normAutofit/>
              </a:bodyPr>
              <a:lstStyle/>
              <a:p>
                <a:r>
                  <a:rPr lang="en-US" dirty="0">
                    <a:effectLst/>
                    <a:ea typeface="Calibri" panose="020F0502020204030204" pitchFamily="34" charset="0"/>
                  </a:rPr>
                  <a:t>If </a:t>
                </a:r>
                <a14:m>
                  <m:oMath xmlns:m="http://schemas.openxmlformats.org/officeDocument/2006/math">
                    <m:r>
                      <a:rPr lang="en-PK" i="1" smtClean="0">
                        <a:solidFill>
                          <a:srgbClr val="FF0000"/>
                        </a:solidFill>
                        <a:effectLst/>
                        <a:latin typeface="Cambria Math" panose="02040503050406030204" pitchFamily="18" charset="0"/>
                        <a:ea typeface="Calibri" panose="020F0502020204030204" pitchFamily="34" charset="0"/>
                      </a:rPr>
                      <m:t>0&lt;</m:t>
                    </m:r>
                    <m:sSub>
                      <m:sSubPr>
                        <m:ctrlPr>
                          <a:rPr lang="en-PK" i="1">
                            <a:solidFill>
                              <a:srgbClr val="FF0000"/>
                            </a:solidFill>
                            <a:effectLst/>
                            <a:latin typeface="Cambria Math" panose="02040503050406030204" pitchFamily="18" charset="0"/>
                            <a:ea typeface="Calibri" panose="020F0502020204030204" pitchFamily="34" charset="0"/>
                          </a:rPr>
                        </m:ctrlPr>
                      </m:sSubPr>
                      <m:e>
                        <m:r>
                          <a:rPr lang="en-PK" i="1">
                            <a:solidFill>
                              <a:srgbClr val="FF0000"/>
                            </a:solidFill>
                            <a:effectLst/>
                            <a:latin typeface="Cambria Math" panose="02040503050406030204" pitchFamily="18" charset="0"/>
                            <a:ea typeface="Calibri" panose="020F0502020204030204" pitchFamily="34" charset="0"/>
                          </a:rPr>
                          <m:t>𝜉</m:t>
                        </m:r>
                      </m:e>
                      <m:sub>
                        <m:r>
                          <a:rPr lang="en-PK" i="1">
                            <a:solidFill>
                              <a:srgbClr val="FF0000"/>
                            </a:solidFill>
                            <a:effectLst/>
                            <a:latin typeface="Cambria Math" panose="02040503050406030204" pitchFamily="18" charset="0"/>
                            <a:ea typeface="Calibri" panose="020F0502020204030204" pitchFamily="34" charset="0"/>
                          </a:rPr>
                          <m:t>𝑖</m:t>
                        </m:r>
                      </m:sub>
                    </m:sSub>
                    <m:r>
                      <a:rPr lang="en-PK" i="1">
                        <a:solidFill>
                          <a:srgbClr val="FF0000"/>
                        </a:solidFill>
                        <a:effectLst/>
                        <a:latin typeface="Cambria Math" panose="02040503050406030204" pitchFamily="18" charset="0"/>
                        <a:ea typeface="Calibri" panose="020F0502020204030204" pitchFamily="34" charset="0"/>
                      </a:rPr>
                      <m:t>≤</m:t>
                    </m:r>
                    <m:r>
                      <a:rPr lang="en-PK" i="1">
                        <a:solidFill>
                          <a:srgbClr val="FF0000"/>
                        </a:solidFill>
                        <a:effectLst/>
                        <a:latin typeface="Cambria Math" panose="02040503050406030204" pitchFamily="18" charset="0"/>
                        <a:ea typeface="Calibri" panose="020F0502020204030204" pitchFamily="34" charset="0"/>
                      </a:rPr>
                      <m:t>1</m:t>
                    </m:r>
                  </m:oMath>
                </a14:m>
                <a:r>
                  <a:rPr lang="en-US" dirty="0">
                    <a:solidFill>
                      <a:srgbClr val="FF0000"/>
                    </a:solidFill>
                    <a:effectLst/>
                    <a:latin typeface="Calibri" panose="020F0502020204030204" pitchFamily="34" charset="0"/>
                    <a:ea typeface="Calibri" panose="020F0502020204030204" pitchFamily="34" charset="0"/>
                  </a:rPr>
                  <a:t> </a:t>
                </a:r>
                <a:r>
                  <a:rPr lang="en-US" dirty="0">
                    <a:latin typeface="TimesTen-Roman"/>
                  </a:rPr>
                  <a:t>then data point falls inside the boundary but on the </a:t>
                </a:r>
                <a:r>
                  <a:rPr lang="en-US" dirty="0">
                    <a:solidFill>
                      <a:srgbClr val="FF0000"/>
                    </a:solidFill>
                    <a:latin typeface="TimesTen-Roman"/>
                  </a:rPr>
                  <a:t>correct side of the hyperplane</a:t>
                </a:r>
                <a:r>
                  <a:rPr lang="en-US" dirty="0">
                    <a:latin typeface="TimesTen-Roman"/>
                  </a:rPr>
                  <a:t>.</a:t>
                </a:r>
              </a:p>
              <a:p>
                <a:r>
                  <a:rPr lang="en-US" dirty="0">
                    <a:effectLst/>
                    <a:ea typeface="Calibri" panose="020F0502020204030204" pitchFamily="34" charset="0"/>
                  </a:rPr>
                  <a:t>If </a:t>
                </a:r>
                <a14:m>
                  <m:oMath xmlns:m="http://schemas.openxmlformats.org/officeDocument/2006/math">
                    <m:sSub>
                      <m:sSubPr>
                        <m:ctrlPr>
                          <a:rPr lang="en-PK" i="1" smtClean="0">
                            <a:solidFill>
                              <a:srgbClr val="00B0F0"/>
                            </a:solidFill>
                            <a:effectLst/>
                            <a:latin typeface="Cambria Math" panose="02040503050406030204" pitchFamily="18" charset="0"/>
                            <a:ea typeface="Calibri" panose="020F0502020204030204" pitchFamily="34" charset="0"/>
                          </a:rPr>
                        </m:ctrlPr>
                      </m:sSubPr>
                      <m:e>
                        <m:r>
                          <a:rPr lang="en-PK" i="1">
                            <a:solidFill>
                              <a:srgbClr val="00B0F0"/>
                            </a:solidFill>
                            <a:effectLst/>
                            <a:latin typeface="Cambria Math" panose="02040503050406030204" pitchFamily="18" charset="0"/>
                            <a:ea typeface="Calibri" panose="020F0502020204030204" pitchFamily="34" charset="0"/>
                          </a:rPr>
                          <m:t>𝜉</m:t>
                        </m:r>
                      </m:e>
                      <m:sub>
                        <m:r>
                          <a:rPr lang="en-PK" i="1">
                            <a:solidFill>
                              <a:srgbClr val="00B0F0"/>
                            </a:solidFill>
                            <a:effectLst/>
                            <a:latin typeface="Cambria Math" panose="02040503050406030204" pitchFamily="18" charset="0"/>
                            <a:ea typeface="Calibri" panose="020F0502020204030204" pitchFamily="34" charset="0"/>
                          </a:rPr>
                          <m:t>𝑖</m:t>
                        </m:r>
                      </m:sub>
                    </m:sSub>
                    <m:r>
                      <a:rPr lang="en-US" b="0" i="1" smtClean="0">
                        <a:solidFill>
                          <a:srgbClr val="00B0F0"/>
                        </a:solidFill>
                        <a:effectLst/>
                        <a:latin typeface="Cambria Math" panose="02040503050406030204" pitchFamily="18" charset="0"/>
                        <a:ea typeface="Calibri" panose="020F0502020204030204" pitchFamily="34" charset="0"/>
                      </a:rPr>
                      <m:t>&gt;</m:t>
                    </m:r>
                    <m:r>
                      <a:rPr lang="en-PK" i="1">
                        <a:solidFill>
                          <a:srgbClr val="00B0F0"/>
                        </a:solidFill>
                        <a:effectLst/>
                        <a:latin typeface="Cambria Math" panose="02040503050406030204" pitchFamily="18" charset="0"/>
                        <a:ea typeface="Calibri" panose="020F0502020204030204" pitchFamily="34" charset="0"/>
                      </a:rPr>
                      <m:t>1</m:t>
                    </m:r>
                  </m:oMath>
                </a14:m>
                <a:r>
                  <a:rPr lang="en-US" dirty="0">
                    <a:solidFill>
                      <a:srgbClr val="00B0F0"/>
                    </a:solidFill>
                    <a:effectLst/>
                    <a:latin typeface="Calibri" panose="020F0502020204030204" pitchFamily="34" charset="0"/>
                    <a:ea typeface="Calibri" panose="020F0502020204030204" pitchFamily="34" charset="0"/>
                  </a:rPr>
                  <a:t> </a:t>
                </a:r>
                <a:r>
                  <a:rPr lang="en-US" dirty="0">
                    <a:effectLst/>
                    <a:latin typeface="Calibri" panose="020F0502020204030204" pitchFamily="34" charset="0"/>
                    <a:ea typeface="Calibri" panose="020F0502020204030204" pitchFamily="34" charset="0"/>
                  </a:rPr>
                  <a:t>then data point </a:t>
                </a:r>
                <a:r>
                  <a:rPr lang="en-US" b="0" i="0" u="none" strike="noStrike" baseline="0" dirty="0">
                    <a:latin typeface="TimesTen-Roman"/>
                  </a:rPr>
                  <a:t>falls on the </a:t>
                </a:r>
                <a:r>
                  <a:rPr lang="en-US" b="0" i="0" u="none" strike="noStrike" baseline="0" dirty="0">
                    <a:solidFill>
                      <a:srgbClr val="00B0F0"/>
                    </a:solidFill>
                    <a:latin typeface="TimesTen-Roman"/>
                  </a:rPr>
                  <a:t>wrong side of the hyperplane</a:t>
                </a:r>
                <a:r>
                  <a:rPr lang="en-US" b="0" i="0" u="none" strike="noStrike" baseline="0" dirty="0">
                    <a:latin typeface="TimesTen-Roman"/>
                  </a:rPr>
                  <a:t>.</a:t>
                </a:r>
              </a:p>
              <a:p>
                <a:pPr algn="l"/>
                <a:endParaRPr lang="en-PK" dirty="0">
                  <a:effectLst/>
                  <a:latin typeface="Calibri" panose="020F0502020204030204" pitchFamily="34" charset="0"/>
                  <a:ea typeface="Calibri" panose="020F0502020204030204" pitchFamily="34" charset="0"/>
                </a:endParaRPr>
              </a:p>
              <a:p>
                <a:endParaRPr lang="en-US" sz="4000" dirty="0"/>
              </a:p>
            </p:txBody>
          </p:sp>
        </mc:Choice>
        <mc:Fallback xmlns="">
          <p:sp>
            <p:nvSpPr>
              <p:cNvPr id="2" name="Content Placeholder 1">
                <a:extLst>
                  <a:ext uri="{FF2B5EF4-FFF2-40B4-BE49-F238E27FC236}">
                    <a16:creationId xmlns:a16="http://schemas.microsoft.com/office/drawing/2014/main" id="{CF6790C7-E1CF-43A9-83E7-4D9E9CB965E8}"/>
                  </a:ext>
                </a:extLst>
              </p:cNvPr>
              <p:cNvSpPr>
                <a:spLocks noGrp="1" noRot="1" noChangeAspect="1" noMove="1" noResize="1" noEditPoints="1" noAdjustHandles="1" noChangeArrowheads="1" noChangeShapeType="1" noTextEdit="1"/>
              </p:cNvSpPr>
              <p:nvPr>
                <p:ph idx="1"/>
              </p:nvPr>
            </p:nvSpPr>
            <p:spPr>
              <a:blipFill>
                <a:blip r:embed="rId2"/>
                <a:stretch>
                  <a:fillRect l="-1333" t="-1752" r="-2148"/>
                </a:stretch>
              </a:blipFill>
            </p:spPr>
            <p:txBody>
              <a:bodyPr/>
              <a:lstStyle/>
              <a:p>
                <a:r>
                  <a:rPr lang="en-US">
                    <a:noFill/>
                  </a:rPr>
                  <a:t> </a:t>
                </a:r>
              </a:p>
            </p:txBody>
          </p:sp>
        </mc:Fallback>
      </mc:AlternateContent>
      <p:sp>
        <p:nvSpPr>
          <p:cNvPr id="3" name="Date Placeholder 2">
            <a:extLst>
              <a:ext uri="{FF2B5EF4-FFF2-40B4-BE49-F238E27FC236}">
                <a16:creationId xmlns:a16="http://schemas.microsoft.com/office/drawing/2014/main" id="{1ECA92CB-620B-4D40-B1C3-FE0790135E0F}"/>
              </a:ext>
            </a:extLst>
          </p:cNvPr>
          <p:cNvSpPr>
            <a:spLocks noGrp="1"/>
          </p:cNvSpPr>
          <p:nvPr>
            <p:ph type="dt" sz="half" idx="10"/>
          </p:nvPr>
        </p:nvSpPr>
        <p:spPr/>
        <p:txBody>
          <a:bodyPr/>
          <a:lstStyle/>
          <a:p>
            <a:fld id="{2EFA12E1-01DD-43CF-8DF1-FC1576C4AE2A}" type="datetime1">
              <a:rPr lang="en-US" smtClean="0"/>
              <a:t>3/21/2022</a:t>
            </a:fld>
            <a:endParaRPr lang="en-US"/>
          </a:p>
        </p:txBody>
      </p:sp>
      <p:sp>
        <p:nvSpPr>
          <p:cNvPr id="4" name="Footer Placeholder 3">
            <a:extLst>
              <a:ext uri="{FF2B5EF4-FFF2-40B4-BE49-F238E27FC236}">
                <a16:creationId xmlns:a16="http://schemas.microsoft.com/office/drawing/2014/main" id="{E8CAC630-21F7-40B7-B55D-DC5F316B0513}"/>
              </a:ext>
            </a:extLst>
          </p:cNvPr>
          <p:cNvSpPr>
            <a:spLocks noGrp="1"/>
          </p:cNvSpPr>
          <p:nvPr>
            <p:ph type="ftr" sz="quarter" idx="11"/>
          </p:nvPr>
        </p:nvSpPr>
        <p:spPr/>
        <p:txBody>
          <a:bodyPr/>
          <a:lstStyle/>
          <a:p>
            <a:r>
              <a:rPr lang="en-US"/>
              <a:t>Presented by    Dr. AKHTAR JAMIL </a:t>
            </a:r>
            <a:endParaRPr lang="en-US" dirty="0"/>
          </a:p>
        </p:txBody>
      </p:sp>
      <p:sp>
        <p:nvSpPr>
          <p:cNvPr id="5" name="Slide Number Placeholder 4">
            <a:extLst>
              <a:ext uri="{FF2B5EF4-FFF2-40B4-BE49-F238E27FC236}">
                <a16:creationId xmlns:a16="http://schemas.microsoft.com/office/drawing/2014/main" id="{A53FDB8F-659D-4683-A89A-04D5ADCEA339}"/>
              </a:ext>
            </a:extLst>
          </p:cNvPr>
          <p:cNvSpPr>
            <a:spLocks noGrp="1"/>
          </p:cNvSpPr>
          <p:nvPr>
            <p:ph type="sldNum" sz="quarter" idx="12"/>
          </p:nvPr>
        </p:nvSpPr>
        <p:spPr/>
        <p:txBody>
          <a:bodyPr/>
          <a:lstStyle/>
          <a:p>
            <a:fld id="{B6F15528-21DE-4FAA-801E-634DDDAF4B2B}" type="slidenum">
              <a:rPr lang="en-US" smtClean="0"/>
              <a:pPr/>
              <a:t>12</a:t>
            </a:fld>
            <a:endParaRPr lang="en-US"/>
          </a:p>
        </p:txBody>
      </p:sp>
      <p:sp>
        <p:nvSpPr>
          <p:cNvPr id="6" name="Title 5">
            <a:extLst>
              <a:ext uri="{FF2B5EF4-FFF2-40B4-BE49-F238E27FC236}">
                <a16:creationId xmlns:a16="http://schemas.microsoft.com/office/drawing/2014/main" id="{6EA0673B-54FE-4FD1-9930-17E2D7EA0FE4}"/>
              </a:ext>
            </a:extLst>
          </p:cNvPr>
          <p:cNvSpPr>
            <a:spLocks noGrp="1"/>
          </p:cNvSpPr>
          <p:nvPr>
            <p:ph type="title"/>
          </p:nvPr>
        </p:nvSpPr>
        <p:spPr/>
        <p:txBody>
          <a:bodyPr/>
          <a:lstStyle/>
          <a:p>
            <a:r>
              <a:rPr lang="en-US" altLang="zh-CN" dirty="0">
                <a:ea typeface="SimSun" panose="02010600030101010101" pitchFamily="2" charset="-122"/>
              </a:rPr>
              <a:t>Soft Margin Hyperplane</a:t>
            </a:r>
            <a:endParaRPr lang="en-US" dirty="0"/>
          </a:p>
        </p:txBody>
      </p:sp>
    </p:spTree>
    <p:extLst>
      <p:ext uri="{BB962C8B-B14F-4D97-AF65-F5344CB8AC3E}">
        <p14:creationId xmlns:p14="http://schemas.microsoft.com/office/powerpoint/2010/main" val="37936445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B0A21DC-52C5-4B28-960D-0B64F5F96C20}"/>
              </a:ext>
            </a:extLst>
          </p:cNvPr>
          <p:cNvSpPr>
            <a:spLocks noGrp="1"/>
          </p:cNvSpPr>
          <p:nvPr>
            <p:ph type="dt" sz="half" idx="10"/>
          </p:nvPr>
        </p:nvSpPr>
        <p:spPr/>
        <p:txBody>
          <a:bodyPr/>
          <a:lstStyle/>
          <a:p>
            <a:fld id="{7E9FBCE9-25A6-4D5C-B901-F07078CFAB46}" type="datetime1">
              <a:rPr lang="en-US" smtClean="0"/>
              <a:t>3/21/2022</a:t>
            </a:fld>
            <a:endParaRPr lang="en-US"/>
          </a:p>
        </p:txBody>
      </p:sp>
      <p:sp>
        <p:nvSpPr>
          <p:cNvPr id="4" name="Footer Placeholder 3">
            <a:extLst>
              <a:ext uri="{FF2B5EF4-FFF2-40B4-BE49-F238E27FC236}">
                <a16:creationId xmlns:a16="http://schemas.microsoft.com/office/drawing/2014/main" id="{65A94A8F-7DE9-4819-B917-AA06F6161DD3}"/>
              </a:ext>
            </a:extLst>
          </p:cNvPr>
          <p:cNvSpPr>
            <a:spLocks noGrp="1"/>
          </p:cNvSpPr>
          <p:nvPr>
            <p:ph type="ftr" sz="quarter" idx="11"/>
          </p:nvPr>
        </p:nvSpPr>
        <p:spPr/>
        <p:txBody>
          <a:bodyPr/>
          <a:lstStyle/>
          <a:p>
            <a:r>
              <a:rPr lang="en-US"/>
              <a:t>Presented by    Dr. AKHTAR JAMIL </a:t>
            </a:r>
            <a:endParaRPr lang="en-US" dirty="0"/>
          </a:p>
        </p:txBody>
      </p:sp>
      <p:sp>
        <p:nvSpPr>
          <p:cNvPr id="5" name="Slide Number Placeholder 4">
            <a:extLst>
              <a:ext uri="{FF2B5EF4-FFF2-40B4-BE49-F238E27FC236}">
                <a16:creationId xmlns:a16="http://schemas.microsoft.com/office/drawing/2014/main" id="{96D3D411-8977-484A-B62B-2456E8E79258}"/>
              </a:ext>
            </a:extLst>
          </p:cNvPr>
          <p:cNvSpPr>
            <a:spLocks noGrp="1"/>
          </p:cNvSpPr>
          <p:nvPr>
            <p:ph type="sldNum" sz="quarter" idx="12"/>
          </p:nvPr>
        </p:nvSpPr>
        <p:spPr/>
        <p:txBody>
          <a:bodyPr/>
          <a:lstStyle/>
          <a:p>
            <a:fld id="{B6F15528-21DE-4FAA-801E-634DDDAF4B2B}" type="slidenum">
              <a:rPr lang="en-US" smtClean="0"/>
              <a:pPr/>
              <a:t>13</a:t>
            </a:fld>
            <a:endParaRPr lang="en-US"/>
          </a:p>
        </p:txBody>
      </p:sp>
      <p:sp>
        <p:nvSpPr>
          <p:cNvPr id="6" name="Title 5">
            <a:extLst>
              <a:ext uri="{FF2B5EF4-FFF2-40B4-BE49-F238E27FC236}">
                <a16:creationId xmlns:a16="http://schemas.microsoft.com/office/drawing/2014/main" id="{8F7F42FF-7156-4E41-96F4-E266E56FB062}"/>
              </a:ext>
            </a:extLst>
          </p:cNvPr>
          <p:cNvSpPr>
            <a:spLocks noGrp="1"/>
          </p:cNvSpPr>
          <p:nvPr>
            <p:ph type="title"/>
          </p:nvPr>
        </p:nvSpPr>
        <p:spPr>
          <a:xfrm>
            <a:off x="457200" y="3009900"/>
            <a:ext cx="8229600" cy="838200"/>
          </a:xfrm>
        </p:spPr>
        <p:txBody>
          <a:bodyPr/>
          <a:lstStyle/>
          <a:p>
            <a:r>
              <a:rPr lang="en-US" dirty="0"/>
              <a:t>Today’s Lecture</a:t>
            </a:r>
          </a:p>
        </p:txBody>
      </p:sp>
    </p:spTree>
    <p:extLst>
      <p:ext uri="{BB962C8B-B14F-4D97-AF65-F5344CB8AC3E}">
        <p14:creationId xmlns:p14="http://schemas.microsoft.com/office/powerpoint/2010/main" val="18465649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Rectangle 2">
            <a:extLst>
              <a:ext uri="{FF2B5EF4-FFF2-40B4-BE49-F238E27FC236}">
                <a16:creationId xmlns:a16="http://schemas.microsoft.com/office/drawing/2014/main" id="{58C0A87B-5B1C-41D7-8D86-4464DB941C77}"/>
              </a:ext>
            </a:extLst>
          </p:cNvPr>
          <p:cNvSpPr>
            <a:spLocks noGrp="1" noChangeArrowheads="1"/>
          </p:cNvSpPr>
          <p:nvPr>
            <p:ph type="title"/>
          </p:nvPr>
        </p:nvSpPr>
        <p:spPr/>
        <p:txBody>
          <a:bodyPr/>
          <a:lstStyle/>
          <a:p>
            <a:r>
              <a:rPr lang="en-US" altLang="en-PK"/>
              <a:t>Linear SVMs:  Overview</a:t>
            </a:r>
          </a:p>
        </p:txBody>
      </p:sp>
      <p:sp>
        <p:nvSpPr>
          <p:cNvPr id="221187" name="Rectangle 3">
            <a:extLst>
              <a:ext uri="{FF2B5EF4-FFF2-40B4-BE49-F238E27FC236}">
                <a16:creationId xmlns:a16="http://schemas.microsoft.com/office/drawing/2014/main" id="{AF565A73-260D-440E-A98E-E3EDB494D401}"/>
              </a:ext>
            </a:extLst>
          </p:cNvPr>
          <p:cNvSpPr>
            <a:spLocks noGrp="1" noChangeArrowheads="1"/>
          </p:cNvSpPr>
          <p:nvPr>
            <p:ph type="body" idx="1"/>
          </p:nvPr>
        </p:nvSpPr>
        <p:spPr>
          <a:xfrm>
            <a:off x="466725" y="1524000"/>
            <a:ext cx="8229600" cy="4267200"/>
          </a:xfrm>
        </p:spPr>
        <p:txBody>
          <a:bodyPr>
            <a:normAutofit/>
          </a:bodyPr>
          <a:lstStyle/>
          <a:p>
            <a:r>
              <a:rPr lang="en-US" altLang="en-PK" dirty="0"/>
              <a:t>The classifier is a </a:t>
            </a:r>
            <a:r>
              <a:rPr lang="en-US" altLang="en-PK" i="1" dirty="0">
                <a:solidFill>
                  <a:srgbClr val="FF0000"/>
                </a:solidFill>
              </a:rPr>
              <a:t>separating hyperplane</a:t>
            </a:r>
            <a:r>
              <a:rPr lang="en-US" altLang="en-PK" i="1" dirty="0"/>
              <a:t>.</a:t>
            </a:r>
          </a:p>
          <a:p>
            <a:endParaRPr lang="en-US" altLang="en-PK" dirty="0"/>
          </a:p>
          <a:p>
            <a:r>
              <a:rPr lang="en-US" altLang="en-PK" dirty="0"/>
              <a:t>Most “important” training points are </a:t>
            </a:r>
            <a:r>
              <a:rPr lang="en-US" altLang="en-PK" dirty="0">
                <a:solidFill>
                  <a:srgbClr val="FF0000"/>
                </a:solidFill>
              </a:rPr>
              <a:t>support vectors; </a:t>
            </a:r>
            <a:r>
              <a:rPr lang="en-US" altLang="en-PK" dirty="0"/>
              <a:t>they define the hyperplane.</a:t>
            </a:r>
          </a:p>
          <a:p>
            <a:endParaRPr lang="en-US" altLang="en-PK" dirty="0"/>
          </a:p>
          <a:p>
            <a:r>
              <a:rPr lang="en-US" altLang="en-PK" dirty="0">
                <a:solidFill>
                  <a:srgbClr val="00B050"/>
                </a:solidFill>
              </a:rPr>
              <a:t>Quadratic optimization </a:t>
            </a:r>
            <a:r>
              <a:rPr lang="en-US" altLang="en-PK" dirty="0"/>
              <a:t>algorithms can identify which training points </a:t>
            </a:r>
            <a:r>
              <a:rPr lang="en-US" altLang="en-PK" b="1" dirty="0"/>
              <a:t>x</a:t>
            </a:r>
            <a:r>
              <a:rPr lang="en-US" altLang="en-PK" i="1" baseline="-25000" dirty="0"/>
              <a:t>i</a:t>
            </a:r>
            <a:r>
              <a:rPr lang="en-US" altLang="en-PK" b="1" baseline="-25000" dirty="0"/>
              <a:t> </a:t>
            </a:r>
            <a:r>
              <a:rPr lang="en-US" altLang="en-PK" dirty="0"/>
              <a:t>are support vectors with non-zero </a:t>
            </a:r>
            <a:r>
              <a:rPr lang="en-US" altLang="en-PK" dirty="0" err="1">
                <a:solidFill>
                  <a:srgbClr val="FF0000"/>
                </a:solidFill>
              </a:rPr>
              <a:t>Lagrangian</a:t>
            </a:r>
            <a:r>
              <a:rPr lang="en-US" altLang="en-PK" dirty="0"/>
              <a:t> multipliers </a:t>
            </a:r>
            <a:r>
              <a:rPr lang="el-GR" altLang="en-PK" i="1" dirty="0">
                <a:cs typeface="Times New Roman" panose="02020603050405020304" pitchFamily="18" charset="0"/>
              </a:rPr>
              <a:t>α</a:t>
            </a:r>
            <a:r>
              <a:rPr lang="en-US" altLang="en-PK" i="1" baseline="-25000" dirty="0" err="1">
                <a:cs typeface="Times New Roman" panose="02020603050405020304" pitchFamily="18" charset="0"/>
              </a:rPr>
              <a:t>i</a:t>
            </a:r>
            <a:r>
              <a:rPr lang="en-US" altLang="en-PK" b="1" i="1" dirty="0">
                <a:cs typeface="Times New Roman" panose="02020603050405020304" pitchFamily="18" charset="0"/>
              </a:rPr>
              <a:t>.</a:t>
            </a:r>
            <a:r>
              <a:rPr lang="en-US" altLang="en-PK" i="1" dirty="0">
                <a:cs typeface="Times New Roman" panose="02020603050405020304" pitchFamily="18" charset="0"/>
              </a:rPr>
              <a:t> </a:t>
            </a:r>
          </a:p>
          <a:p>
            <a:endParaRPr lang="en-US" altLang="en-PK" dirty="0">
              <a:cs typeface="Times New Roman" panose="02020603050405020304" pitchFamily="18" charset="0"/>
            </a:endParaRPr>
          </a:p>
          <a:p>
            <a:endParaRPr lang="en-US" altLang="en-PK" b="1" baseline="-25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Rectangle 2">
            <a:extLst>
              <a:ext uri="{FF2B5EF4-FFF2-40B4-BE49-F238E27FC236}">
                <a16:creationId xmlns:a16="http://schemas.microsoft.com/office/drawing/2014/main" id="{5F72F566-185C-4021-AB3A-9AAD178100E3}"/>
              </a:ext>
            </a:extLst>
          </p:cNvPr>
          <p:cNvSpPr>
            <a:spLocks noGrp="1" noChangeArrowheads="1"/>
          </p:cNvSpPr>
          <p:nvPr>
            <p:ph type="title"/>
          </p:nvPr>
        </p:nvSpPr>
        <p:spPr>
          <a:xfrm>
            <a:off x="390525" y="344712"/>
            <a:ext cx="8229600" cy="838200"/>
          </a:xfrm>
        </p:spPr>
        <p:txBody>
          <a:bodyPr/>
          <a:lstStyle/>
          <a:p>
            <a:r>
              <a:rPr lang="en-US" altLang="en-PK" dirty="0"/>
              <a:t>Non-linear SVMs</a:t>
            </a:r>
          </a:p>
        </p:txBody>
      </p:sp>
      <p:sp>
        <p:nvSpPr>
          <p:cNvPr id="222211" name="Rectangle 3">
            <a:extLst>
              <a:ext uri="{FF2B5EF4-FFF2-40B4-BE49-F238E27FC236}">
                <a16:creationId xmlns:a16="http://schemas.microsoft.com/office/drawing/2014/main" id="{DC3C465D-4387-4EAE-9EC3-1BFD9CC211D7}"/>
              </a:ext>
            </a:extLst>
          </p:cNvPr>
          <p:cNvSpPr>
            <a:spLocks noGrp="1" noChangeArrowheads="1"/>
          </p:cNvSpPr>
          <p:nvPr>
            <p:ph type="body" idx="1"/>
          </p:nvPr>
        </p:nvSpPr>
        <p:spPr>
          <a:xfrm>
            <a:off x="457200" y="1135856"/>
            <a:ext cx="8229600" cy="4525963"/>
          </a:xfrm>
        </p:spPr>
        <p:txBody>
          <a:bodyPr>
            <a:normAutofit fontScale="92500" lnSpcReduction="20000"/>
          </a:bodyPr>
          <a:lstStyle/>
          <a:p>
            <a:r>
              <a:rPr lang="en-US" altLang="en-PK" dirty="0"/>
              <a:t>Datasets that are linearly separable with some noise work out great:</a:t>
            </a:r>
          </a:p>
          <a:p>
            <a:endParaRPr lang="en-US" altLang="en-PK" dirty="0"/>
          </a:p>
          <a:p>
            <a:endParaRPr lang="en-US" altLang="en-PK" dirty="0"/>
          </a:p>
          <a:p>
            <a:endParaRPr lang="en-US" altLang="en-PK" dirty="0"/>
          </a:p>
          <a:p>
            <a:r>
              <a:rPr lang="en-US" altLang="en-PK" dirty="0"/>
              <a:t>But what are we going to do if the dataset is just too hard? </a:t>
            </a:r>
          </a:p>
          <a:p>
            <a:endParaRPr lang="en-US" altLang="en-PK" dirty="0"/>
          </a:p>
          <a:p>
            <a:endParaRPr lang="en-US" altLang="en-PK" dirty="0"/>
          </a:p>
          <a:p>
            <a:r>
              <a:rPr lang="en-US" altLang="en-PK" dirty="0"/>
              <a:t>How about… mapping data to a higher-dimensional space:</a:t>
            </a:r>
          </a:p>
        </p:txBody>
      </p:sp>
      <p:sp>
        <p:nvSpPr>
          <p:cNvPr id="222212" name="Line 4">
            <a:extLst>
              <a:ext uri="{FF2B5EF4-FFF2-40B4-BE49-F238E27FC236}">
                <a16:creationId xmlns:a16="http://schemas.microsoft.com/office/drawing/2014/main" id="{11D284D1-3DC8-4C6E-A0B5-90DD2DF6DDA3}"/>
              </a:ext>
            </a:extLst>
          </p:cNvPr>
          <p:cNvSpPr>
            <a:spLocks noChangeShapeType="1"/>
          </p:cNvSpPr>
          <p:nvPr/>
        </p:nvSpPr>
        <p:spPr bwMode="auto">
          <a:xfrm>
            <a:off x="1676400" y="2314575"/>
            <a:ext cx="3962400" cy="0"/>
          </a:xfrm>
          <a:prstGeom prst="line">
            <a:avLst/>
          </a:prstGeom>
          <a:noFill/>
          <a:ln w="254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2213" name="AutoShape 5">
            <a:extLst>
              <a:ext uri="{FF2B5EF4-FFF2-40B4-BE49-F238E27FC236}">
                <a16:creationId xmlns:a16="http://schemas.microsoft.com/office/drawing/2014/main" id="{65FF16E5-F765-4647-8556-12B63E4FCD30}"/>
              </a:ext>
            </a:extLst>
          </p:cNvPr>
          <p:cNvSpPr>
            <a:spLocks noChangeArrowheads="1"/>
          </p:cNvSpPr>
          <p:nvPr/>
        </p:nvSpPr>
        <p:spPr bwMode="auto">
          <a:xfrm>
            <a:off x="2119313" y="2274888"/>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2214" name="Line 6">
            <a:extLst>
              <a:ext uri="{FF2B5EF4-FFF2-40B4-BE49-F238E27FC236}">
                <a16:creationId xmlns:a16="http://schemas.microsoft.com/office/drawing/2014/main" id="{3159531D-EB54-4C59-8696-97ECFEECF812}"/>
              </a:ext>
            </a:extLst>
          </p:cNvPr>
          <p:cNvSpPr>
            <a:spLocks noChangeShapeType="1"/>
          </p:cNvSpPr>
          <p:nvPr/>
        </p:nvSpPr>
        <p:spPr bwMode="auto">
          <a:xfrm>
            <a:off x="3486150" y="2257425"/>
            <a:ext cx="0" cy="114300"/>
          </a:xfrm>
          <a:prstGeom prst="line">
            <a:avLst/>
          </a:prstGeom>
          <a:noFill/>
          <a:ln w="952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2215" name="Text Box 7">
            <a:extLst>
              <a:ext uri="{FF2B5EF4-FFF2-40B4-BE49-F238E27FC236}">
                <a16:creationId xmlns:a16="http://schemas.microsoft.com/office/drawing/2014/main" id="{C52EC9AD-5F52-4FB2-80EE-85730C108578}"/>
              </a:ext>
            </a:extLst>
          </p:cNvPr>
          <p:cNvSpPr txBox="1">
            <a:spLocks noChangeArrowheads="1"/>
          </p:cNvSpPr>
          <p:nvPr/>
        </p:nvSpPr>
        <p:spPr bwMode="auto">
          <a:xfrm>
            <a:off x="3343275" y="2314575"/>
            <a:ext cx="3429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PK" sz="1800"/>
              <a:t>0</a:t>
            </a:r>
          </a:p>
        </p:txBody>
      </p:sp>
      <p:sp>
        <p:nvSpPr>
          <p:cNvPr id="222216" name="AutoShape 8">
            <a:extLst>
              <a:ext uri="{FF2B5EF4-FFF2-40B4-BE49-F238E27FC236}">
                <a16:creationId xmlns:a16="http://schemas.microsoft.com/office/drawing/2014/main" id="{7916FB27-4A8E-4283-9032-027F0B9DC108}"/>
              </a:ext>
            </a:extLst>
          </p:cNvPr>
          <p:cNvSpPr>
            <a:spLocks noChangeArrowheads="1"/>
          </p:cNvSpPr>
          <p:nvPr/>
        </p:nvSpPr>
        <p:spPr bwMode="auto">
          <a:xfrm>
            <a:off x="2481263" y="2265363"/>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2217" name="AutoShape 9">
            <a:extLst>
              <a:ext uri="{FF2B5EF4-FFF2-40B4-BE49-F238E27FC236}">
                <a16:creationId xmlns:a16="http://schemas.microsoft.com/office/drawing/2014/main" id="{3FAA890A-D4F0-4865-B7A6-A8093C5D980D}"/>
              </a:ext>
            </a:extLst>
          </p:cNvPr>
          <p:cNvSpPr>
            <a:spLocks noChangeArrowheads="1"/>
          </p:cNvSpPr>
          <p:nvPr/>
        </p:nvSpPr>
        <p:spPr bwMode="auto">
          <a:xfrm>
            <a:off x="2957513" y="2274888"/>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2218" name="AutoShape 10">
            <a:extLst>
              <a:ext uri="{FF2B5EF4-FFF2-40B4-BE49-F238E27FC236}">
                <a16:creationId xmlns:a16="http://schemas.microsoft.com/office/drawing/2014/main" id="{EB9E6A1B-63F2-4480-A09F-312E992B32EF}"/>
              </a:ext>
            </a:extLst>
          </p:cNvPr>
          <p:cNvSpPr>
            <a:spLocks noChangeArrowheads="1"/>
          </p:cNvSpPr>
          <p:nvPr/>
        </p:nvSpPr>
        <p:spPr bwMode="auto">
          <a:xfrm>
            <a:off x="3167063" y="2274888"/>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2219" name="AutoShape 11">
            <a:extLst>
              <a:ext uri="{FF2B5EF4-FFF2-40B4-BE49-F238E27FC236}">
                <a16:creationId xmlns:a16="http://schemas.microsoft.com/office/drawing/2014/main" id="{A64F78BC-C365-40AA-A4D6-A01D5C314A68}"/>
              </a:ext>
            </a:extLst>
          </p:cNvPr>
          <p:cNvSpPr>
            <a:spLocks noChangeArrowheads="1"/>
          </p:cNvSpPr>
          <p:nvPr/>
        </p:nvSpPr>
        <p:spPr bwMode="auto">
          <a:xfrm>
            <a:off x="4024313" y="227488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2220" name="AutoShape 12">
            <a:extLst>
              <a:ext uri="{FF2B5EF4-FFF2-40B4-BE49-F238E27FC236}">
                <a16:creationId xmlns:a16="http://schemas.microsoft.com/office/drawing/2014/main" id="{98E72211-4658-4881-BB1B-BC4EADEE4705}"/>
              </a:ext>
            </a:extLst>
          </p:cNvPr>
          <p:cNvSpPr>
            <a:spLocks noChangeArrowheads="1"/>
          </p:cNvSpPr>
          <p:nvPr/>
        </p:nvSpPr>
        <p:spPr bwMode="auto">
          <a:xfrm>
            <a:off x="4252913" y="227488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2221" name="AutoShape 13">
            <a:extLst>
              <a:ext uri="{FF2B5EF4-FFF2-40B4-BE49-F238E27FC236}">
                <a16:creationId xmlns:a16="http://schemas.microsoft.com/office/drawing/2014/main" id="{BB604EB1-16E1-4EF7-8BC0-695DF7506058}"/>
              </a:ext>
            </a:extLst>
          </p:cNvPr>
          <p:cNvSpPr>
            <a:spLocks noChangeArrowheads="1"/>
          </p:cNvSpPr>
          <p:nvPr/>
        </p:nvSpPr>
        <p:spPr bwMode="auto">
          <a:xfrm>
            <a:off x="3890963" y="227488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2222" name="Line 14">
            <a:extLst>
              <a:ext uri="{FF2B5EF4-FFF2-40B4-BE49-F238E27FC236}">
                <a16:creationId xmlns:a16="http://schemas.microsoft.com/office/drawing/2014/main" id="{D8A1057B-305F-453E-98C7-B58EC5DC0C50}"/>
              </a:ext>
            </a:extLst>
          </p:cNvPr>
          <p:cNvSpPr>
            <a:spLocks noChangeShapeType="1"/>
          </p:cNvSpPr>
          <p:nvPr/>
        </p:nvSpPr>
        <p:spPr bwMode="auto">
          <a:xfrm>
            <a:off x="3600450" y="2066925"/>
            <a:ext cx="0" cy="55245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2223" name="Oval 15">
            <a:extLst>
              <a:ext uri="{FF2B5EF4-FFF2-40B4-BE49-F238E27FC236}">
                <a16:creationId xmlns:a16="http://schemas.microsoft.com/office/drawing/2014/main" id="{64ECF491-93A6-414B-AB9E-A9F83B2EEB3D}"/>
              </a:ext>
            </a:extLst>
          </p:cNvPr>
          <p:cNvSpPr>
            <a:spLocks noChangeArrowheads="1"/>
          </p:cNvSpPr>
          <p:nvPr/>
        </p:nvSpPr>
        <p:spPr bwMode="auto">
          <a:xfrm>
            <a:off x="3817938" y="2211388"/>
            <a:ext cx="228600" cy="219075"/>
          </a:xfrm>
          <a:prstGeom prst="ellipse">
            <a:avLst/>
          </a:prstGeom>
          <a:noFill/>
          <a:ln w="19050" algn="ctr">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2224" name="Oval 16">
            <a:extLst>
              <a:ext uri="{FF2B5EF4-FFF2-40B4-BE49-F238E27FC236}">
                <a16:creationId xmlns:a16="http://schemas.microsoft.com/office/drawing/2014/main" id="{399695B5-8265-422D-A552-2D424887DE1C}"/>
              </a:ext>
            </a:extLst>
          </p:cNvPr>
          <p:cNvSpPr>
            <a:spLocks noChangeArrowheads="1"/>
          </p:cNvSpPr>
          <p:nvPr/>
        </p:nvSpPr>
        <p:spPr bwMode="auto">
          <a:xfrm>
            <a:off x="3103563" y="2201863"/>
            <a:ext cx="228600" cy="219075"/>
          </a:xfrm>
          <a:prstGeom prst="ellipse">
            <a:avLst/>
          </a:prstGeom>
          <a:noFill/>
          <a:ln w="19050" algn="ctr">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2226" name="Line 18">
            <a:extLst>
              <a:ext uri="{FF2B5EF4-FFF2-40B4-BE49-F238E27FC236}">
                <a16:creationId xmlns:a16="http://schemas.microsoft.com/office/drawing/2014/main" id="{B4F7E536-3B5A-46F2-AF13-0DC7DAACD481}"/>
              </a:ext>
            </a:extLst>
          </p:cNvPr>
          <p:cNvSpPr>
            <a:spLocks noChangeShapeType="1"/>
          </p:cNvSpPr>
          <p:nvPr/>
        </p:nvSpPr>
        <p:spPr bwMode="auto">
          <a:xfrm flipH="1" flipV="1">
            <a:off x="3929063" y="2038350"/>
            <a:ext cx="9525" cy="598488"/>
          </a:xfrm>
          <a:prstGeom prst="line">
            <a:avLst/>
          </a:prstGeom>
          <a:noFill/>
          <a:ln w="9525" cap="rnd">
            <a:solidFill>
              <a:schemeClr val="tx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2227" name="Line 19">
            <a:extLst>
              <a:ext uri="{FF2B5EF4-FFF2-40B4-BE49-F238E27FC236}">
                <a16:creationId xmlns:a16="http://schemas.microsoft.com/office/drawing/2014/main" id="{2E472829-28D6-4A20-9C1E-8456191F38F9}"/>
              </a:ext>
            </a:extLst>
          </p:cNvPr>
          <p:cNvSpPr>
            <a:spLocks noChangeShapeType="1"/>
          </p:cNvSpPr>
          <p:nvPr/>
        </p:nvSpPr>
        <p:spPr bwMode="auto">
          <a:xfrm flipH="1" flipV="1">
            <a:off x="3214688" y="2038350"/>
            <a:ext cx="9525" cy="598488"/>
          </a:xfrm>
          <a:prstGeom prst="line">
            <a:avLst/>
          </a:prstGeom>
          <a:noFill/>
          <a:ln w="9525" cap="rnd">
            <a:solidFill>
              <a:schemeClr val="tx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2228" name="Line 20">
            <a:extLst>
              <a:ext uri="{FF2B5EF4-FFF2-40B4-BE49-F238E27FC236}">
                <a16:creationId xmlns:a16="http://schemas.microsoft.com/office/drawing/2014/main" id="{325CEED3-D6C4-45DF-B693-E6D39CA9FC88}"/>
              </a:ext>
            </a:extLst>
          </p:cNvPr>
          <p:cNvSpPr>
            <a:spLocks noChangeShapeType="1"/>
          </p:cNvSpPr>
          <p:nvPr/>
        </p:nvSpPr>
        <p:spPr bwMode="auto">
          <a:xfrm>
            <a:off x="1676400" y="3743325"/>
            <a:ext cx="3962400" cy="0"/>
          </a:xfrm>
          <a:prstGeom prst="line">
            <a:avLst/>
          </a:prstGeom>
          <a:noFill/>
          <a:ln w="254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2229" name="AutoShape 21">
            <a:extLst>
              <a:ext uri="{FF2B5EF4-FFF2-40B4-BE49-F238E27FC236}">
                <a16:creationId xmlns:a16="http://schemas.microsoft.com/office/drawing/2014/main" id="{7E318653-45CD-463D-B0DF-4F424B42FFF4}"/>
              </a:ext>
            </a:extLst>
          </p:cNvPr>
          <p:cNvSpPr>
            <a:spLocks noChangeArrowheads="1"/>
          </p:cNvSpPr>
          <p:nvPr/>
        </p:nvSpPr>
        <p:spPr bwMode="auto">
          <a:xfrm>
            <a:off x="2119313" y="3703638"/>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2230" name="Line 22">
            <a:extLst>
              <a:ext uri="{FF2B5EF4-FFF2-40B4-BE49-F238E27FC236}">
                <a16:creationId xmlns:a16="http://schemas.microsoft.com/office/drawing/2014/main" id="{111D9D4B-C965-4277-9CEC-511A8C3967D5}"/>
              </a:ext>
            </a:extLst>
          </p:cNvPr>
          <p:cNvSpPr>
            <a:spLocks noChangeShapeType="1"/>
          </p:cNvSpPr>
          <p:nvPr/>
        </p:nvSpPr>
        <p:spPr bwMode="auto">
          <a:xfrm>
            <a:off x="3486150" y="3686175"/>
            <a:ext cx="0" cy="114300"/>
          </a:xfrm>
          <a:prstGeom prst="line">
            <a:avLst/>
          </a:prstGeom>
          <a:noFill/>
          <a:ln w="952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2231" name="Text Box 23">
            <a:extLst>
              <a:ext uri="{FF2B5EF4-FFF2-40B4-BE49-F238E27FC236}">
                <a16:creationId xmlns:a16="http://schemas.microsoft.com/office/drawing/2014/main" id="{2968E89A-FA82-42E2-B814-BE01073BFAD1}"/>
              </a:ext>
            </a:extLst>
          </p:cNvPr>
          <p:cNvSpPr txBox="1">
            <a:spLocks noChangeArrowheads="1"/>
          </p:cNvSpPr>
          <p:nvPr/>
        </p:nvSpPr>
        <p:spPr bwMode="auto">
          <a:xfrm>
            <a:off x="3343275" y="3743325"/>
            <a:ext cx="3429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PK" sz="1800"/>
              <a:t>0</a:t>
            </a:r>
          </a:p>
        </p:txBody>
      </p:sp>
      <p:sp>
        <p:nvSpPr>
          <p:cNvPr id="222232" name="AutoShape 24">
            <a:extLst>
              <a:ext uri="{FF2B5EF4-FFF2-40B4-BE49-F238E27FC236}">
                <a16:creationId xmlns:a16="http://schemas.microsoft.com/office/drawing/2014/main" id="{60E2D92E-39C0-4E75-956A-29928FA52BB8}"/>
              </a:ext>
            </a:extLst>
          </p:cNvPr>
          <p:cNvSpPr>
            <a:spLocks noChangeArrowheads="1"/>
          </p:cNvSpPr>
          <p:nvPr/>
        </p:nvSpPr>
        <p:spPr bwMode="auto">
          <a:xfrm>
            <a:off x="2481263" y="3694113"/>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2233" name="AutoShape 25">
            <a:extLst>
              <a:ext uri="{FF2B5EF4-FFF2-40B4-BE49-F238E27FC236}">
                <a16:creationId xmlns:a16="http://schemas.microsoft.com/office/drawing/2014/main" id="{7C7CBA6B-A83F-40B8-947F-C60C85765579}"/>
              </a:ext>
            </a:extLst>
          </p:cNvPr>
          <p:cNvSpPr>
            <a:spLocks noChangeArrowheads="1"/>
          </p:cNvSpPr>
          <p:nvPr/>
        </p:nvSpPr>
        <p:spPr bwMode="auto">
          <a:xfrm>
            <a:off x="2957513" y="3703638"/>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2234" name="AutoShape 26">
            <a:extLst>
              <a:ext uri="{FF2B5EF4-FFF2-40B4-BE49-F238E27FC236}">
                <a16:creationId xmlns:a16="http://schemas.microsoft.com/office/drawing/2014/main" id="{9A6D709E-C05D-4AAE-AA02-19C7F5EEE828}"/>
              </a:ext>
            </a:extLst>
          </p:cNvPr>
          <p:cNvSpPr>
            <a:spLocks noChangeArrowheads="1"/>
          </p:cNvSpPr>
          <p:nvPr/>
        </p:nvSpPr>
        <p:spPr bwMode="auto">
          <a:xfrm>
            <a:off x="3167063" y="3703638"/>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2235" name="AutoShape 27">
            <a:extLst>
              <a:ext uri="{FF2B5EF4-FFF2-40B4-BE49-F238E27FC236}">
                <a16:creationId xmlns:a16="http://schemas.microsoft.com/office/drawing/2014/main" id="{5BCA9BD5-9597-490C-9B62-A6971F08E223}"/>
              </a:ext>
            </a:extLst>
          </p:cNvPr>
          <p:cNvSpPr>
            <a:spLocks noChangeArrowheads="1"/>
          </p:cNvSpPr>
          <p:nvPr/>
        </p:nvSpPr>
        <p:spPr bwMode="auto">
          <a:xfrm>
            <a:off x="4024313" y="370363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2236" name="AutoShape 28">
            <a:extLst>
              <a:ext uri="{FF2B5EF4-FFF2-40B4-BE49-F238E27FC236}">
                <a16:creationId xmlns:a16="http://schemas.microsoft.com/office/drawing/2014/main" id="{CBC99398-2DBD-41F6-892E-43E869FD7BFF}"/>
              </a:ext>
            </a:extLst>
          </p:cNvPr>
          <p:cNvSpPr>
            <a:spLocks noChangeArrowheads="1"/>
          </p:cNvSpPr>
          <p:nvPr/>
        </p:nvSpPr>
        <p:spPr bwMode="auto">
          <a:xfrm>
            <a:off x="4252913" y="370363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2237" name="AutoShape 29">
            <a:extLst>
              <a:ext uri="{FF2B5EF4-FFF2-40B4-BE49-F238E27FC236}">
                <a16:creationId xmlns:a16="http://schemas.microsoft.com/office/drawing/2014/main" id="{0E5C5934-3F93-4112-96DB-B1E45BB9FFAA}"/>
              </a:ext>
            </a:extLst>
          </p:cNvPr>
          <p:cNvSpPr>
            <a:spLocks noChangeArrowheads="1"/>
          </p:cNvSpPr>
          <p:nvPr/>
        </p:nvSpPr>
        <p:spPr bwMode="auto">
          <a:xfrm>
            <a:off x="3890963" y="370363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2243" name="AutoShape 35">
            <a:extLst>
              <a:ext uri="{FF2B5EF4-FFF2-40B4-BE49-F238E27FC236}">
                <a16:creationId xmlns:a16="http://schemas.microsoft.com/office/drawing/2014/main" id="{B840B149-B0A1-461D-83FC-BEB6776DB1E2}"/>
              </a:ext>
            </a:extLst>
          </p:cNvPr>
          <p:cNvSpPr>
            <a:spLocks noChangeArrowheads="1"/>
          </p:cNvSpPr>
          <p:nvPr/>
        </p:nvSpPr>
        <p:spPr bwMode="auto">
          <a:xfrm>
            <a:off x="4633913" y="3703638"/>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2244" name="AutoShape 36">
            <a:extLst>
              <a:ext uri="{FF2B5EF4-FFF2-40B4-BE49-F238E27FC236}">
                <a16:creationId xmlns:a16="http://schemas.microsoft.com/office/drawing/2014/main" id="{5AF33385-BAC4-40A7-9D8F-65AA51A33805}"/>
              </a:ext>
            </a:extLst>
          </p:cNvPr>
          <p:cNvSpPr>
            <a:spLocks noChangeArrowheads="1"/>
          </p:cNvSpPr>
          <p:nvPr/>
        </p:nvSpPr>
        <p:spPr bwMode="auto">
          <a:xfrm>
            <a:off x="4862513" y="3703638"/>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2245" name="AutoShape 37">
            <a:extLst>
              <a:ext uri="{FF2B5EF4-FFF2-40B4-BE49-F238E27FC236}">
                <a16:creationId xmlns:a16="http://schemas.microsoft.com/office/drawing/2014/main" id="{D73E09F8-588D-4153-B90A-E6726F881D39}"/>
              </a:ext>
            </a:extLst>
          </p:cNvPr>
          <p:cNvSpPr>
            <a:spLocks noChangeArrowheads="1"/>
          </p:cNvSpPr>
          <p:nvPr/>
        </p:nvSpPr>
        <p:spPr bwMode="auto">
          <a:xfrm>
            <a:off x="5357813" y="3694113"/>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2246" name="Line 38">
            <a:extLst>
              <a:ext uri="{FF2B5EF4-FFF2-40B4-BE49-F238E27FC236}">
                <a16:creationId xmlns:a16="http://schemas.microsoft.com/office/drawing/2014/main" id="{DF470A8D-3914-4095-870A-3520B5687EFF}"/>
              </a:ext>
            </a:extLst>
          </p:cNvPr>
          <p:cNvSpPr>
            <a:spLocks noChangeShapeType="1"/>
          </p:cNvSpPr>
          <p:nvPr/>
        </p:nvSpPr>
        <p:spPr bwMode="auto">
          <a:xfrm>
            <a:off x="1781175" y="6191250"/>
            <a:ext cx="3962400" cy="0"/>
          </a:xfrm>
          <a:prstGeom prst="line">
            <a:avLst/>
          </a:prstGeom>
          <a:noFill/>
          <a:ln w="254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2247" name="AutoShape 39">
            <a:extLst>
              <a:ext uri="{FF2B5EF4-FFF2-40B4-BE49-F238E27FC236}">
                <a16:creationId xmlns:a16="http://schemas.microsoft.com/office/drawing/2014/main" id="{CCCB51AC-6F79-43CF-BE87-EDD2CB771E11}"/>
              </a:ext>
            </a:extLst>
          </p:cNvPr>
          <p:cNvSpPr>
            <a:spLocks noChangeArrowheads="1"/>
          </p:cNvSpPr>
          <p:nvPr/>
        </p:nvSpPr>
        <p:spPr bwMode="auto">
          <a:xfrm>
            <a:off x="2281238" y="5170488"/>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2248" name="Line 40">
            <a:extLst>
              <a:ext uri="{FF2B5EF4-FFF2-40B4-BE49-F238E27FC236}">
                <a16:creationId xmlns:a16="http://schemas.microsoft.com/office/drawing/2014/main" id="{57571D08-0001-4FD8-B165-273AD600DBE4}"/>
              </a:ext>
            </a:extLst>
          </p:cNvPr>
          <p:cNvSpPr>
            <a:spLocks noChangeShapeType="1"/>
          </p:cNvSpPr>
          <p:nvPr/>
        </p:nvSpPr>
        <p:spPr bwMode="auto">
          <a:xfrm>
            <a:off x="3590925" y="6134100"/>
            <a:ext cx="0" cy="114300"/>
          </a:xfrm>
          <a:prstGeom prst="line">
            <a:avLst/>
          </a:prstGeom>
          <a:noFill/>
          <a:ln w="952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2249" name="Text Box 41">
            <a:extLst>
              <a:ext uri="{FF2B5EF4-FFF2-40B4-BE49-F238E27FC236}">
                <a16:creationId xmlns:a16="http://schemas.microsoft.com/office/drawing/2014/main" id="{CA070FAA-A107-4062-BA70-7E5024ED1380}"/>
              </a:ext>
            </a:extLst>
          </p:cNvPr>
          <p:cNvSpPr txBox="1">
            <a:spLocks noChangeArrowheads="1"/>
          </p:cNvSpPr>
          <p:nvPr/>
        </p:nvSpPr>
        <p:spPr bwMode="auto">
          <a:xfrm>
            <a:off x="3448050" y="6162675"/>
            <a:ext cx="3429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PK" sz="1800"/>
              <a:t>0</a:t>
            </a:r>
          </a:p>
        </p:txBody>
      </p:sp>
      <p:sp>
        <p:nvSpPr>
          <p:cNvPr id="222250" name="AutoShape 42">
            <a:extLst>
              <a:ext uri="{FF2B5EF4-FFF2-40B4-BE49-F238E27FC236}">
                <a16:creationId xmlns:a16="http://schemas.microsoft.com/office/drawing/2014/main" id="{7B3251F2-C35A-46D3-9B07-0BABE4544B3F}"/>
              </a:ext>
            </a:extLst>
          </p:cNvPr>
          <p:cNvSpPr>
            <a:spLocks noChangeArrowheads="1"/>
          </p:cNvSpPr>
          <p:nvPr/>
        </p:nvSpPr>
        <p:spPr bwMode="auto">
          <a:xfrm>
            <a:off x="2605088" y="5646738"/>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2251" name="AutoShape 43">
            <a:extLst>
              <a:ext uri="{FF2B5EF4-FFF2-40B4-BE49-F238E27FC236}">
                <a16:creationId xmlns:a16="http://schemas.microsoft.com/office/drawing/2014/main" id="{63DA4C39-48FE-4CC2-9367-348D79D40A97}"/>
              </a:ext>
            </a:extLst>
          </p:cNvPr>
          <p:cNvSpPr>
            <a:spLocks noChangeArrowheads="1"/>
          </p:cNvSpPr>
          <p:nvPr/>
        </p:nvSpPr>
        <p:spPr bwMode="auto">
          <a:xfrm>
            <a:off x="3062288" y="5961063"/>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2252" name="AutoShape 44">
            <a:extLst>
              <a:ext uri="{FF2B5EF4-FFF2-40B4-BE49-F238E27FC236}">
                <a16:creationId xmlns:a16="http://schemas.microsoft.com/office/drawing/2014/main" id="{015919EA-FF3E-40CE-B5ED-147634D4AA5B}"/>
              </a:ext>
            </a:extLst>
          </p:cNvPr>
          <p:cNvSpPr>
            <a:spLocks noChangeArrowheads="1"/>
          </p:cNvSpPr>
          <p:nvPr/>
        </p:nvSpPr>
        <p:spPr bwMode="auto">
          <a:xfrm>
            <a:off x="3290888" y="6056313"/>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2253" name="AutoShape 45">
            <a:extLst>
              <a:ext uri="{FF2B5EF4-FFF2-40B4-BE49-F238E27FC236}">
                <a16:creationId xmlns:a16="http://schemas.microsoft.com/office/drawing/2014/main" id="{621481C7-5027-42BB-898F-7F11C8BC00EB}"/>
              </a:ext>
            </a:extLst>
          </p:cNvPr>
          <p:cNvSpPr>
            <a:spLocks noChangeArrowheads="1"/>
          </p:cNvSpPr>
          <p:nvPr/>
        </p:nvSpPr>
        <p:spPr bwMode="auto">
          <a:xfrm>
            <a:off x="4129088" y="597058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2254" name="AutoShape 46">
            <a:extLst>
              <a:ext uri="{FF2B5EF4-FFF2-40B4-BE49-F238E27FC236}">
                <a16:creationId xmlns:a16="http://schemas.microsoft.com/office/drawing/2014/main" id="{3FD700F6-15B8-44DC-BE4A-689A666AFE1E}"/>
              </a:ext>
            </a:extLst>
          </p:cNvPr>
          <p:cNvSpPr>
            <a:spLocks noChangeArrowheads="1"/>
          </p:cNvSpPr>
          <p:nvPr/>
        </p:nvSpPr>
        <p:spPr bwMode="auto">
          <a:xfrm>
            <a:off x="4357688" y="5789613"/>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2255" name="AutoShape 47">
            <a:extLst>
              <a:ext uri="{FF2B5EF4-FFF2-40B4-BE49-F238E27FC236}">
                <a16:creationId xmlns:a16="http://schemas.microsoft.com/office/drawing/2014/main" id="{EC1BE26F-E994-423D-B5C6-A3CD05715D47}"/>
              </a:ext>
            </a:extLst>
          </p:cNvPr>
          <p:cNvSpPr>
            <a:spLocks noChangeArrowheads="1"/>
          </p:cNvSpPr>
          <p:nvPr/>
        </p:nvSpPr>
        <p:spPr bwMode="auto">
          <a:xfrm>
            <a:off x="3938588" y="6037263"/>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2256" name="AutoShape 48">
            <a:extLst>
              <a:ext uri="{FF2B5EF4-FFF2-40B4-BE49-F238E27FC236}">
                <a16:creationId xmlns:a16="http://schemas.microsoft.com/office/drawing/2014/main" id="{C010BF92-E210-4DAC-94B0-1ECC3CAF7142}"/>
              </a:ext>
            </a:extLst>
          </p:cNvPr>
          <p:cNvSpPr>
            <a:spLocks noChangeArrowheads="1"/>
          </p:cNvSpPr>
          <p:nvPr/>
        </p:nvSpPr>
        <p:spPr bwMode="auto">
          <a:xfrm>
            <a:off x="4738688" y="5465763"/>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2257" name="AutoShape 49">
            <a:extLst>
              <a:ext uri="{FF2B5EF4-FFF2-40B4-BE49-F238E27FC236}">
                <a16:creationId xmlns:a16="http://schemas.microsoft.com/office/drawing/2014/main" id="{65FA4DD3-873E-42D6-9BA0-AC22F8F26106}"/>
              </a:ext>
            </a:extLst>
          </p:cNvPr>
          <p:cNvSpPr>
            <a:spLocks noChangeArrowheads="1"/>
          </p:cNvSpPr>
          <p:nvPr/>
        </p:nvSpPr>
        <p:spPr bwMode="auto">
          <a:xfrm>
            <a:off x="5024438" y="5160963"/>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2258" name="AutoShape 50">
            <a:extLst>
              <a:ext uri="{FF2B5EF4-FFF2-40B4-BE49-F238E27FC236}">
                <a16:creationId xmlns:a16="http://schemas.microsoft.com/office/drawing/2014/main" id="{EFE11A4B-0117-4EB4-96BC-F2C4933A6139}"/>
              </a:ext>
            </a:extLst>
          </p:cNvPr>
          <p:cNvSpPr>
            <a:spLocks noChangeArrowheads="1"/>
          </p:cNvSpPr>
          <p:nvPr/>
        </p:nvSpPr>
        <p:spPr bwMode="auto">
          <a:xfrm>
            <a:off x="5443538" y="4637088"/>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2259" name="Line 51">
            <a:extLst>
              <a:ext uri="{FF2B5EF4-FFF2-40B4-BE49-F238E27FC236}">
                <a16:creationId xmlns:a16="http://schemas.microsoft.com/office/drawing/2014/main" id="{D5BCFCB6-24CC-46A3-B58E-AF66F69701F6}"/>
              </a:ext>
            </a:extLst>
          </p:cNvPr>
          <p:cNvSpPr>
            <a:spLocks noChangeShapeType="1"/>
          </p:cNvSpPr>
          <p:nvPr/>
        </p:nvSpPr>
        <p:spPr bwMode="auto">
          <a:xfrm flipV="1">
            <a:off x="3590925" y="4743450"/>
            <a:ext cx="0" cy="1485900"/>
          </a:xfrm>
          <a:prstGeom prst="line">
            <a:avLst/>
          </a:prstGeom>
          <a:noFill/>
          <a:ln w="254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2260" name="Text Box 52">
            <a:extLst>
              <a:ext uri="{FF2B5EF4-FFF2-40B4-BE49-F238E27FC236}">
                <a16:creationId xmlns:a16="http://schemas.microsoft.com/office/drawing/2014/main" id="{9C93CB3F-6878-4BA7-AEA0-BCCB92308D75}"/>
              </a:ext>
            </a:extLst>
          </p:cNvPr>
          <p:cNvSpPr txBox="1">
            <a:spLocks noChangeArrowheads="1"/>
          </p:cNvSpPr>
          <p:nvPr/>
        </p:nvSpPr>
        <p:spPr bwMode="auto">
          <a:xfrm>
            <a:off x="3590925" y="4562475"/>
            <a:ext cx="457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PK" sz="1800" i="1"/>
              <a:t>x</a:t>
            </a:r>
            <a:r>
              <a:rPr lang="en-US" altLang="en-PK" sz="1800" i="1" baseline="30000"/>
              <a:t>2</a:t>
            </a:r>
          </a:p>
        </p:txBody>
      </p:sp>
      <p:sp>
        <p:nvSpPr>
          <p:cNvPr id="222261" name="Text Box 53">
            <a:extLst>
              <a:ext uri="{FF2B5EF4-FFF2-40B4-BE49-F238E27FC236}">
                <a16:creationId xmlns:a16="http://schemas.microsoft.com/office/drawing/2014/main" id="{C3B25517-7049-4E0B-9528-0F2A411EF4F2}"/>
              </a:ext>
            </a:extLst>
          </p:cNvPr>
          <p:cNvSpPr txBox="1">
            <a:spLocks noChangeArrowheads="1"/>
          </p:cNvSpPr>
          <p:nvPr/>
        </p:nvSpPr>
        <p:spPr bwMode="auto">
          <a:xfrm>
            <a:off x="5676900" y="6096000"/>
            <a:ext cx="457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PK" sz="1800" i="1"/>
              <a:t>x</a:t>
            </a:r>
            <a:endParaRPr lang="en-US" altLang="en-PK" sz="1800" i="1" baseline="30000"/>
          </a:p>
        </p:txBody>
      </p:sp>
      <p:sp>
        <p:nvSpPr>
          <p:cNvPr id="222262" name="Text Box 54">
            <a:extLst>
              <a:ext uri="{FF2B5EF4-FFF2-40B4-BE49-F238E27FC236}">
                <a16:creationId xmlns:a16="http://schemas.microsoft.com/office/drawing/2014/main" id="{C9D9FA5C-6739-4684-B325-6ED67301F8B3}"/>
              </a:ext>
            </a:extLst>
          </p:cNvPr>
          <p:cNvSpPr txBox="1">
            <a:spLocks noChangeArrowheads="1"/>
          </p:cNvSpPr>
          <p:nvPr/>
        </p:nvSpPr>
        <p:spPr bwMode="auto">
          <a:xfrm>
            <a:off x="5505450" y="3686175"/>
            <a:ext cx="457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PK" sz="1800" i="1"/>
              <a:t>x</a:t>
            </a:r>
            <a:endParaRPr lang="en-US" altLang="en-PK" sz="1800" i="1" baseline="30000"/>
          </a:p>
        </p:txBody>
      </p:sp>
      <p:sp>
        <p:nvSpPr>
          <p:cNvPr id="222263" name="Text Box 55">
            <a:extLst>
              <a:ext uri="{FF2B5EF4-FFF2-40B4-BE49-F238E27FC236}">
                <a16:creationId xmlns:a16="http://schemas.microsoft.com/office/drawing/2014/main" id="{2D93D67B-8B13-4C1F-AE26-AE4D475753BF}"/>
              </a:ext>
            </a:extLst>
          </p:cNvPr>
          <p:cNvSpPr txBox="1">
            <a:spLocks noChangeArrowheads="1"/>
          </p:cNvSpPr>
          <p:nvPr/>
        </p:nvSpPr>
        <p:spPr bwMode="auto">
          <a:xfrm>
            <a:off x="5543550" y="2238375"/>
            <a:ext cx="457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PK" sz="1800" i="1"/>
              <a:t>x</a:t>
            </a:r>
            <a:endParaRPr lang="en-US" altLang="en-PK" sz="1800" i="1" baseline="30000"/>
          </a:p>
        </p:txBody>
      </p:sp>
      <p:sp>
        <p:nvSpPr>
          <p:cNvPr id="222264" name="Line 56">
            <a:extLst>
              <a:ext uri="{FF2B5EF4-FFF2-40B4-BE49-F238E27FC236}">
                <a16:creationId xmlns:a16="http://schemas.microsoft.com/office/drawing/2014/main" id="{5853FCB2-1FC1-4DDA-9AC9-5FF32B4EF32C}"/>
              </a:ext>
            </a:extLst>
          </p:cNvPr>
          <p:cNvSpPr>
            <a:spLocks noChangeShapeType="1"/>
          </p:cNvSpPr>
          <p:nvPr/>
        </p:nvSpPr>
        <p:spPr bwMode="auto">
          <a:xfrm flipV="1">
            <a:off x="2952750" y="5048250"/>
            <a:ext cx="3181350" cy="129540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2265" name="Line 57">
            <a:extLst>
              <a:ext uri="{FF2B5EF4-FFF2-40B4-BE49-F238E27FC236}">
                <a16:creationId xmlns:a16="http://schemas.microsoft.com/office/drawing/2014/main" id="{1598F871-5E55-4995-AF97-33C1ADDF37BA}"/>
              </a:ext>
            </a:extLst>
          </p:cNvPr>
          <p:cNvSpPr>
            <a:spLocks noChangeShapeType="1"/>
          </p:cNvSpPr>
          <p:nvPr/>
        </p:nvSpPr>
        <p:spPr bwMode="auto">
          <a:xfrm flipV="1">
            <a:off x="2947988" y="4972050"/>
            <a:ext cx="3114675" cy="1284288"/>
          </a:xfrm>
          <a:prstGeom prst="line">
            <a:avLst/>
          </a:prstGeom>
          <a:noFill/>
          <a:ln w="9525" cap="rnd">
            <a:solidFill>
              <a:schemeClr val="tx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2266" name="Line 58">
            <a:extLst>
              <a:ext uri="{FF2B5EF4-FFF2-40B4-BE49-F238E27FC236}">
                <a16:creationId xmlns:a16="http://schemas.microsoft.com/office/drawing/2014/main" id="{F90BE468-1633-4B3A-ABA7-C9A9870C62C4}"/>
              </a:ext>
            </a:extLst>
          </p:cNvPr>
          <p:cNvSpPr>
            <a:spLocks noChangeShapeType="1"/>
          </p:cNvSpPr>
          <p:nvPr/>
        </p:nvSpPr>
        <p:spPr bwMode="auto">
          <a:xfrm flipV="1">
            <a:off x="3062288" y="5143500"/>
            <a:ext cx="3057525" cy="1246188"/>
          </a:xfrm>
          <a:prstGeom prst="line">
            <a:avLst/>
          </a:prstGeom>
          <a:noFill/>
          <a:ln w="9525" cap="rnd">
            <a:solidFill>
              <a:schemeClr val="tx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2267" name="Oval 59">
            <a:extLst>
              <a:ext uri="{FF2B5EF4-FFF2-40B4-BE49-F238E27FC236}">
                <a16:creationId xmlns:a16="http://schemas.microsoft.com/office/drawing/2014/main" id="{D7AEF162-E64C-4C98-B751-F3AD24E02E3C}"/>
              </a:ext>
            </a:extLst>
          </p:cNvPr>
          <p:cNvSpPr>
            <a:spLocks noChangeArrowheads="1"/>
          </p:cNvSpPr>
          <p:nvPr/>
        </p:nvSpPr>
        <p:spPr bwMode="auto">
          <a:xfrm>
            <a:off x="4675188" y="5402263"/>
            <a:ext cx="228600" cy="219075"/>
          </a:xfrm>
          <a:prstGeom prst="ellipse">
            <a:avLst/>
          </a:prstGeom>
          <a:noFill/>
          <a:ln w="19050" algn="ctr">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2268" name="Oval 60">
            <a:extLst>
              <a:ext uri="{FF2B5EF4-FFF2-40B4-BE49-F238E27FC236}">
                <a16:creationId xmlns:a16="http://schemas.microsoft.com/office/drawing/2014/main" id="{C20A8833-6B27-4CC5-A6E3-3818297B10EA}"/>
              </a:ext>
            </a:extLst>
          </p:cNvPr>
          <p:cNvSpPr>
            <a:spLocks noChangeArrowheads="1"/>
          </p:cNvSpPr>
          <p:nvPr/>
        </p:nvSpPr>
        <p:spPr bwMode="auto">
          <a:xfrm>
            <a:off x="4284663" y="5716588"/>
            <a:ext cx="228600" cy="219075"/>
          </a:xfrm>
          <a:prstGeom prst="ellipse">
            <a:avLst/>
          </a:prstGeom>
          <a:noFill/>
          <a:ln w="19050" algn="ctr">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2269" name="Oval 61">
            <a:extLst>
              <a:ext uri="{FF2B5EF4-FFF2-40B4-BE49-F238E27FC236}">
                <a16:creationId xmlns:a16="http://schemas.microsoft.com/office/drawing/2014/main" id="{C4C72F52-31B3-4741-85FF-E2C8DBD6954B}"/>
              </a:ext>
            </a:extLst>
          </p:cNvPr>
          <p:cNvSpPr>
            <a:spLocks noChangeArrowheads="1"/>
          </p:cNvSpPr>
          <p:nvPr/>
        </p:nvSpPr>
        <p:spPr bwMode="auto">
          <a:xfrm>
            <a:off x="3217863" y="5992813"/>
            <a:ext cx="228600" cy="219075"/>
          </a:xfrm>
          <a:prstGeom prst="ellipse">
            <a:avLst/>
          </a:prstGeom>
          <a:noFill/>
          <a:ln w="19050" algn="ctr">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2222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222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2222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2222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22222"/>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2222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2222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2223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2223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2223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2223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2223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2223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2223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2223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22243"/>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22244"/>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22245"/>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22211">
                                            <p:txEl>
                                              <p:pRg st="4" end="4"/>
                                            </p:tx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22262"/>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nodeType="clickEffect">
                                  <p:stCondLst>
                                    <p:cond delay="0"/>
                                  </p:stCondLst>
                                  <p:childTnLst>
                                    <p:set>
                                      <p:cBhvr>
                                        <p:cTn id="50" dur="1" fill="hold">
                                          <p:stCondLst>
                                            <p:cond delay="0"/>
                                          </p:stCondLst>
                                        </p:cTn>
                                        <p:tgtEl>
                                          <p:spTgt spid="222246"/>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22247"/>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222248"/>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22249"/>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222250"/>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222251"/>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222252"/>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222253"/>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222254"/>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222255"/>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222256"/>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222257"/>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222259"/>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222261"/>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222211">
                                            <p:txEl>
                                              <p:pRg st="7" end="7"/>
                                            </p:txEl>
                                          </p:spTgt>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222258"/>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222260"/>
                                        </p:tgtEl>
                                        <p:attrNameLst>
                                          <p:attrName>style.visibility</p:attrName>
                                        </p:attrNameLst>
                                      </p:cBhvr>
                                      <p:to>
                                        <p:strVal val="visible"/>
                                      </p:to>
                                    </p:set>
                                  </p:childTnLst>
                                </p:cTn>
                              </p:par>
                            </p:childTnLst>
                          </p:cTn>
                        </p:par>
                      </p:childTnLst>
                    </p:cTn>
                  </p:par>
                  <p:par>
                    <p:cTn id="83" fill="hold" nodeType="clickPar">
                      <p:stCondLst>
                        <p:cond delay="indefinite"/>
                      </p:stCondLst>
                      <p:childTnLst>
                        <p:par>
                          <p:cTn id="84" fill="hold" nodeType="withGroup">
                            <p:stCondLst>
                              <p:cond delay="0"/>
                            </p:stCondLst>
                            <p:childTnLst>
                              <p:par>
                                <p:cTn id="85" presetID="1" presetClass="entr" presetSubtype="0" fill="hold" nodeType="clickEffect">
                                  <p:stCondLst>
                                    <p:cond delay="0"/>
                                  </p:stCondLst>
                                  <p:childTnLst>
                                    <p:set>
                                      <p:cBhvr>
                                        <p:cTn id="86" dur="1" fill="hold">
                                          <p:stCondLst>
                                            <p:cond delay="0"/>
                                          </p:stCondLst>
                                        </p:cTn>
                                        <p:tgtEl>
                                          <p:spTgt spid="222265"/>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222264"/>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222266"/>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222267"/>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222268"/>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2222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2231" grpId="0"/>
      <p:bldP spid="222249" grpId="0"/>
      <p:bldP spid="222260" grpId="0"/>
      <p:bldP spid="222261" grpId="0"/>
      <p:bldP spid="22226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Rectangle 2">
            <a:extLst>
              <a:ext uri="{FF2B5EF4-FFF2-40B4-BE49-F238E27FC236}">
                <a16:creationId xmlns:a16="http://schemas.microsoft.com/office/drawing/2014/main" id="{A98A6013-56B9-4A82-B8C6-C6B77AD40CBD}"/>
              </a:ext>
            </a:extLst>
          </p:cNvPr>
          <p:cNvSpPr>
            <a:spLocks noGrp="1" noChangeArrowheads="1"/>
          </p:cNvSpPr>
          <p:nvPr>
            <p:ph type="title"/>
          </p:nvPr>
        </p:nvSpPr>
        <p:spPr>
          <a:xfrm>
            <a:off x="581025" y="399221"/>
            <a:ext cx="8229600" cy="838200"/>
          </a:xfrm>
        </p:spPr>
        <p:txBody>
          <a:bodyPr/>
          <a:lstStyle/>
          <a:p>
            <a:r>
              <a:rPr lang="en-US" altLang="en-PK" dirty="0"/>
              <a:t>Non-linear SVMs:  Feature spaces</a:t>
            </a:r>
          </a:p>
        </p:txBody>
      </p:sp>
      <p:sp>
        <p:nvSpPr>
          <p:cNvPr id="223235" name="Rectangle 3">
            <a:extLst>
              <a:ext uri="{FF2B5EF4-FFF2-40B4-BE49-F238E27FC236}">
                <a16:creationId xmlns:a16="http://schemas.microsoft.com/office/drawing/2014/main" id="{A3B29B5D-42BD-430E-A767-EAD1BB2A6165}"/>
              </a:ext>
            </a:extLst>
          </p:cNvPr>
          <p:cNvSpPr>
            <a:spLocks noGrp="1" noChangeArrowheads="1"/>
          </p:cNvSpPr>
          <p:nvPr>
            <p:ph type="body" idx="1"/>
          </p:nvPr>
        </p:nvSpPr>
        <p:spPr>
          <a:xfrm>
            <a:off x="514350" y="1112837"/>
            <a:ext cx="8229600" cy="4525963"/>
          </a:xfrm>
        </p:spPr>
        <p:txBody>
          <a:bodyPr/>
          <a:lstStyle/>
          <a:p>
            <a:r>
              <a:rPr lang="en-US" altLang="en-PK" dirty="0"/>
              <a:t>General idea:   the </a:t>
            </a:r>
            <a:r>
              <a:rPr lang="en-US" altLang="en-PK" dirty="0">
                <a:solidFill>
                  <a:srgbClr val="FF0000"/>
                </a:solidFill>
              </a:rPr>
              <a:t>original feature space can always be mapped to some higher-dimensional </a:t>
            </a:r>
            <a:r>
              <a:rPr lang="en-US" altLang="en-PK" dirty="0"/>
              <a:t>feature space where the training set is separable:</a:t>
            </a:r>
          </a:p>
        </p:txBody>
      </p:sp>
      <p:sp>
        <p:nvSpPr>
          <p:cNvPr id="223274" name="Line 42">
            <a:extLst>
              <a:ext uri="{FF2B5EF4-FFF2-40B4-BE49-F238E27FC236}">
                <a16:creationId xmlns:a16="http://schemas.microsoft.com/office/drawing/2014/main" id="{5D1ACDFA-2E8C-462D-A214-FA62AF0E497A}"/>
              </a:ext>
            </a:extLst>
          </p:cNvPr>
          <p:cNvSpPr>
            <a:spLocks noChangeShapeType="1"/>
          </p:cNvSpPr>
          <p:nvPr/>
        </p:nvSpPr>
        <p:spPr bwMode="auto">
          <a:xfrm flipV="1">
            <a:off x="2068513" y="2559050"/>
            <a:ext cx="0" cy="304165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3275" name="Line 43">
            <a:extLst>
              <a:ext uri="{FF2B5EF4-FFF2-40B4-BE49-F238E27FC236}">
                <a16:creationId xmlns:a16="http://schemas.microsoft.com/office/drawing/2014/main" id="{F3E9F12C-3CCD-4C2E-91DF-0EA224781957}"/>
              </a:ext>
            </a:extLst>
          </p:cNvPr>
          <p:cNvSpPr>
            <a:spLocks noChangeShapeType="1"/>
          </p:cNvSpPr>
          <p:nvPr/>
        </p:nvSpPr>
        <p:spPr bwMode="auto">
          <a:xfrm flipV="1">
            <a:off x="447675" y="4170363"/>
            <a:ext cx="3319463"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3276" name="AutoShape 44">
            <a:extLst>
              <a:ext uri="{FF2B5EF4-FFF2-40B4-BE49-F238E27FC236}">
                <a16:creationId xmlns:a16="http://schemas.microsoft.com/office/drawing/2014/main" id="{7EE27577-1596-4089-8B64-C246C43C6F80}"/>
              </a:ext>
            </a:extLst>
          </p:cNvPr>
          <p:cNvSpPr>
            <a:spLocks noChangeArrowheads="1"/>
          </p:cNvSpPr>
          <p:nvPr/>
        </p:nvSpPr>
        <p:spPr bwMode="auto">
          <a:xfrm>
            <a:off x="2098675" y="3390900"/>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3277" name="AutoShape 45">
            <a:extLst>
              <a:ext uri="{FF2B5EF4-FFF2-40B4-BE49-F238E27FC236}">
                <a16:creationId xmlns:a16="http://schemas.microsoft.com/office/drawing/2014/main" id="{46593F63-8B21-4ABD-B18E-943F711DB748}"/>
              </a:ext>
            </a:extLst>
          </p:cNvPr>
          <p:cNvSpPr>
            <a:spLocks noChangeArrowheads="1"/>
          </p:cNvSpPr>
          <p:nvPr/>
        </p:nvSpPr>
        <p:spPr bwMode="auto">
          <a:xfrm>
            <a:off x="1524000" y="3748088"/>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3278" name="AutoShape 46">
            <a:extLst>
              <a:ext uri="{FF2B5EF4-FFF2-40B4-BE49-F238E27FC236}">
                <a16:creationId xmlns:a16="http://schemas.microsoft.com/office/drawing/2014/main" id="{804DF99D-9A34-4B22-9ADE-165075B9120A}"/>
              </a:ext>
            </a:extLst>
          </p:cNvPr>
          <p:cNvSpPr>
            <a:spLocks noChangeArrowheads="1"/>
          </p:cNvSpPr>
          <p:nvPr/>
        </p:nvSpPr>
        <p:spPr bwMode="auto">
          <a:xfrm>
            <a:off x="1676400" y="4294188"/>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3279" name="AutoShape 47">
            <a:extLst>
              <a:ext uri="{FF2B5EF4-FFF2-40B4-BE49-F238E27FC236}">
                <a16:creationId xmlns:a16="http://schemas.microsoft.com/office/drawing/2014/main" id="{79FBCF80-7A8D-4496-BE53-1E89EF50794E}"/>
              </a:ext>
            </a:extLst>
          </p:cNvPr>
          <p:cNvSpPr>
            <a:spLocks noChangeArrowheads="1"/>
          </p:cNvSpPr>
          <p:nvPr/>
        </p:nvSpPr>
        <p:spPr bwMode="auto">
          <a:xfrm>
            <a:off x="2209800" y="4770438"/>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3280" name="AutoShape 48">
            <a:extLst>
              <a:ext uri="{FF2B5EF4-FFF2-40B4-BE49-F238E27FC236}">
                <a16:creationId xmlns:a16="http://schemas.microsoft.com/office/drawing/2014/main" id="{8F553C82-1504-4162-9D95-7AF5B9E7BD3A}"/>
              </a:ext>
            </a:extLst>
          </p:cNvPr>
          <p:cNvSpPr>
            <a:spLocks noChangeArrowheads="1"/>
          </p:cNvSpPr>
          <p:nvPr/>
        </p:nvSpPr>
        <p:spPr bwMode="auto">
          <a:xfrm>
            <a:off x="1790700" y="3436938"/>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3281" name="AutoShape 49">
            <a:extLst>
              <a:ext uri="{FF2B5EF4-FFF2-40B4-BE49-F238E27FC236}">
                <a16:creationId xmlns:a16="http://schemas.microsoft.com/office/drawing/2014/main" id="{2252D5E3-3B4C-43D3-9357-4655DDCC7F80}"/>
              </a:ext>
            </a:extLst>
          </p:cNvPr>
          <p:cNvSpPr>
            <a:spLocks noChangeArrowheads="1"/>
          </p:cNvSpPr>
          <p:nvPr/>
        </p:nvSpPr>
        <p:spPr bwMode="auto">
          <a:xfrm>
            <a:off x="1295400" y="4065588"/>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3282" name="AutoShape 50">
            <a:extLst>
              <a:ext uri="{FF2B5EF4-FFF2-40B4-BE49-F238E27FC236}">
                <a16:creationId xmlns:a16="http://schemas.microsoft.com/office/drawing/2014/main" id="{12809E55-0EE2-46AD-9DA1-404DEDE92771}"/>
              </a:ext>
            </a:extLst>
          </p:cNvPr>
          <p:cNvSpPr>
            <a:spLocks noChangeArrowheads="1"/>
          </p:cNvSpPr>
          <p:nvPr/>
        </p:nvSpPr>
        <p:spPr bwMode="auto">
          <a:xfrm>
            <a:off x="1714500" y="4808538"/>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3283" name="AutoShape 51">
            <a:extLst>
              <a:ext uri="{FF2B5EF4-FFF2-40B4-BE49-F238E27FC236}">
                <a16:creationId xmlns:a16="http://schemas.microsoft.com/office/drawing/2014/main" id="{04699A48-49AA-4A1B-BA2A-2FF2C5304B2B}"/>
              </a:ext>
            </a:extLst>
          </p:cNvPr>
          <p:cNvSpPr>
            <a:spLocks noChangeArrowheads="1"/>
          </p:cNvSpPr>
          <p:nvPr/>
        </p:nvSpPr>
        <p:spPr bwMode="auto">
          <a:xfrm>
            <a:off x="2209800" y="3836988"/>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3284" name="AutoShape 52">
            <a:extLst>
              <a:ext uri="{FF2B5EF4-FFF2-40B4-BE49-F238E27FC236}">
                <a16:creationId xmlns:a16="http://schemas.microsoft.com/office/drawing/2014/main" id="{AB301500-065C-4913-B2D0-E5B583DE2EC3}"/>
              </a:ext>
            </a:extLst>
          </p:cNvPr>
          <p:cNvSpPr>
            <a:spLocks noChangeArrowheads="1"/>
          </p:cNvSpPr>
          <p:nvPr/>
        </p:nvSpPr>
        <p:spPr bwMode="auto">
          <a:xfrm>
            <a:off x="3111500" y="382428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3285" name="AutoShape 53">
            <a:extLst>
              <a:ext uri="{FF2B5EF4-FFF2-40B4-BE49-F238E27FC236}">
                <a16:creationId xmlns:a16="http://schemas.microsoft.com/office/drawing/2014/main" id="{CB3B8911-4449-4EC8-9516-061616201B4E}"/>
              </a:ext>
            </a:extLst>
          </p:cNvPr>
          <p:cNvSpPr>
            <a:spLocks noChangeArrowheads="1"/>
          </p:cNvSpPr>
          <p:nvPr/>
        </p:nvSpPr>
        <p:spPr bwMode="auto">
          <a:xfrm>
            <a:off x="2971800" y="503713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3286" name="AutoShape 54">
            <a:extLst>
              <a:ext uri="{FF2B5EF4-FFF2-40B4-BE49-F238E27FC236}">
                <a16:creationId xmlns:a16="http://schemas.microsoft.com/office/drawing/2014/main" id="{C3D2C1BB-4D94-417D-910C-0F21CD67A150}"/>
              </a:ext>
            </a:extLst>
          </p:cNvPr>
          <p:cNvSpPr>
            <a:spLocks noChangeArrowheads="1"/>
          </p:cNvSpPr>
          <p:nvPr/>
        </p:nvSpPr>
        <p:spPr bwMode="auto">
          <a:xfrm>
            <a:off x="723900" y="395128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3287" name="AutoShape 55">
            <a:extLst>
              <a:ext uri="{FF2B5EF4-FFF2-40B4-BE49-F238E27FC236}">
                <a16:creationId xmlns:a16="http://schemas.microsoft.com/office/drawing/2014/main" id="{C5E04C74-4D66-4D42-A712-176734CFA18D}"/>
              </a:ext>
            </a:extLst>
          </p:cNvPr>
          <p:cNvSpPr>
            <a:spLocks noChangeArrowheads="1"/>
          </p:cNvSpPr>
          <p:nvPr/>
        </p:nvSpPr>
        <p:spPr bwMode="auto">
          <a:xfrm>
            <a:off x="2235200" y="540543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3288" name="AutoShape 56">
            <a:extLst>
              <a:ext uri="{FF2B5EF4-FFF2-40B4-BE49-F238E27FC236}">
                <a16:creationId xmlns:a16="http://schemas.microsoft.com/office/drawing/2014/main" id="{550D6952-575F-4F1E-922F-2ABD98DAD06E}"/>
              </a:ext>
            </a:extLst>
          </p:cNvPr>
          <p:cNvSpPr>
            <a:spLocks noChangeArrowheads="1"/>
          </p:cNvSpPr>
          <p:nvPr/>
        </p:nvSpPr>
        <p:spPr bwMode="auto">
          <a:xfrm>
            <a:off x="3200400" y="456088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3289" name="AutoShape 57">
            <a:extLst>
              <a:ext uri="{FF2B5EF4-FFF2-40B4-BE49-F238E27FC236}">
                <a16:creationId xmlns:a16="http://schemas.microsoft.com/office/drawing/2014/main" id="{B1A107AA-ED40-44A0-BA55-E68044E05804}"/>
              </a:ext>
            </a:extLst>
          </p:cNvPr>
          <p:cNvSpPr>
            <a:spLocks noChangeArrowheads="1"/>
          </p:cNvSpPr>
          <p:nvPr/>
        </p:nvSpPr>
        <p:spPr bwMode="auto">
          <a:xfrm>
            <a:off x="1263650" y="510063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3290" name="AutoShape 58">
            <a:extLst>
              <a:ext uri="{FF2B5EF4-FFF2-40B4-BE49-F238E27FC236}">
                <a16:creationId xmlns:a16="http://schemas.microsoft.com/office/drawing/2014/main" id="{AF8BDA35-BE7B-4E53-9087-0375329FB2FE}"/>
              </a:ext>
            </a:extLst>
          </p:cNvPr>
          <p:cNvSpPr>
            <a:spLocks noChangeArrowheads="1"/>
          </p:cNvSpPr>
          <p:nvPr/>
        </p:nvSpPr>
        <p:spPr bwMode="auto">
          <a:xfrm>
            <a:off x="952500" y="461803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3291" name="AutoShape 59">
            <a:extLst>
              <a:ext uri="{FF2B5EF4-FFF2-40B4-BE49-F238E27FC236}">
                <a16:creationId xmlns:a16="http://schemas.microsoft.com/office/drawing/2014/main" id="{D3C478C5-71C8-4300-B6EF-D8EED5CAADA5}"/>
              </a:ext>
            </a:extLst>
          </p:cNvPr>
          <p:cNvSpPr>
            <a:spLocks noChangeArrowheads="1"/>
          </p:cNvSpPr>
          <p:nvPr/>
        </p:nvSpPr>
        <p:spPr bwMode="auto">
          <a:xfrm>
            <a:off x="1009650" y="309403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3293" name="AutoShape 61">
            <a:extLst>
              <a:ext uri="{FF2B5EF4-FFF2-40B4-BE49-F238E27FC236}">
                <a16:creationId xmlns:a16="http://schemas.microsoft.com/office/drawing/2014/main" id="{2F68DF47-5B14-4841-925E-1D74760E0E45}"/>
              </a:ext>
            </a:extLst>
          </p:cNvPr>
          <p:cNvSpPr>
            <a:spLocks noChangeArrowheads="1"/>
          </p:cNvSpPr>
          <p:nvPr/>
        </p:nvSpPr>
        <p:spPr bwMode="auto">
          <a:xfrm>
            <a:off x="2505075" y="4229100"/>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3294" name="AutoShape 62">
            <a:extLst>
              <a:ext uri="{FF2B5EF4-FFF2-40B4-BE49-F238E27FC236}">
                <a16:creationId xmlns:a16="http://schemas.microsoft.com/office/drawing/2014/main" id="{41DBF16F-07F2-40AD-B0CC-85D1A42C7AA1}"/>
              </a:ext>
            </a:extLst>
          </p:cNvPr>
          <p:cNvSpPr>
            <a:spLocks noChangeArrowheads="1"/>
          </p:cNvSpPr>
          <p:nvPr/>
        </p:nvSpPr>
        <p:spPr bwMode="auto">
          <a:xfrm>
            <a:off x="2124075" y="4362450"/>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3295" name="AutoShape 63">
            <a:extLst>
              <a:ext uri="{FF2B5EF4-FFF2-40B4-BE49-F238E27FC236}">
                <a16:creationId xmlns:a16="http://schemas.microsoft.com/office/drawing/2014/main" id="{07CB84AD-F783-4697-B4C1-3C0FA5B33E04}"/>
              </a:ext>
            </a:extLst>
          </p:cNvPr>
          <p:cNvSpPr>
            <a:spLocks noChangeArrowheads="1"/>
          </p:cNvSpPr>
          <p:nvPr/>
        </p:nvSpPr>
        <p:spPr bwMode="auto">
          <a:xfrm>
            <a:off x="2409825" y="3124200"/>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3298" name="Oval 66">
            <a:extLst>
              <a:ext uri="{FF2B5EF4-FFF2-40B4-BE49-F238E27FC236}">
                <a16:creationId xmlns:a16="http://schemas.microsoft.com/office/drawing/2014/main" id="{1576A090-8D1A-4CDE-A5F7-9E1BE12C5621}"/>
              </a:ext>
            </a:extLst>
          </p:cNvPr>
          <p:cNvSpPr>
            <a:spLocks noChangeArrowheads="1"/>
          </p:cNvSpPr>
          <p:nvPr/>
        </p:nvSpPr>
        <p:spPr bwMode="auto">
          <a:xfrm>
            <a:off x="1114425" y="3209925"/>
            <a:ext cx="1885950" cy="1905000"/>
          </a:xfrm>
          <a:prstGeom prst="ellipse">
            <a:avLst/>
          </a:prstGeom>
          <a:noFill/>
          <a:ln w="15875" algn="ctr">
            <a:solidFill>
              <a:schemeClr val="tx2"/>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3299" name="AutoShape 67">
            <a:extLst>
              <a:ext uri="{FF2B5EF4-FFF2-40B4-BE49-F238E27FC236}">
                <a16:creationId xmlns:a16="http://schemas.microsoft.com/office/drawing/2014/main" id="{295BDA4D-6F49-4216-976E-037FF68B5603}"/>
              </a:ext>
            </a:extLst>
          </p:cNvPr>
          <p:cNvSpPr>
            <a:spLocks noChangeArrowheads="1"/>
          </p:cNvSpPr>
          <p:nvPr/>
        </p:nvSpPr>
        <p:spPr bwMode="auto">
          <a:xfrm>
            <a:off x="1162050" y="324643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3300" name="AutoShape 68">
            <a:extLst>
              <a:ext uri="{FF2B5EF4-FFF2-40B4-BE49-F238E27FC236}">
                <a16:creationId xmlns:a16="http://schemas.microsoft.com/office/drawing/2014/main" id="{20F6338C-B42B-4832-A6D6-0D91E02C815F}"/>
              </a:ext>
            </a:extLst>
          </p:cNvPr>
          <p:cNvSpPr>
            <a:spLocks noChangeArrowheads="1"/>
          </p:cNvSpPr>
          <p:nvPr/>
        </p:nvSpPr>
        <p:spPr bwMode="auto">
          <a:xfrm>
            <a:off x="3086100" y="322738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3301" name="Line 69">
            <a:extLst>
              <a:ext uri="{FF2B5EF4-FFF2-40B4-BE49-F238E27FC236}">
                <a16:creationId xmlns:a16="http://schemas.microsoft.com/office/drawing/2014/main" id="{BC1A4142-6227-40AF-8264-72BC693A5C57}"/>
              </a:ext>
            </a:extLst>
          </p:cNvPr>
          <p:cNvSpPr>
            <a:spLocks noChangeShapeType="1"/>
          </p:cNvSpPr>
          <p:nvPr/>
        </p:nvSpPr>
        <p:spPr bwMode="auto">
          <a:xfrm flipH="1" flipV="1">
            <a:off x="6107113" y="2311400"/>
            <a:ext cx="0" cy="20701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3302" name="Line 70">
            <a:extLst>
              <a:ext uri="{FF2B5EF4-FFF2-40B4-BE49-F238E27FC236}">
                <a16:creationId xmlns:a16="http://schemas.microsoft.com/office/drawing/2014/main" id="{7568AD49-DF9E-46F7-8EB7-D2C9589089D5}"/>
              </a:ext>
            </a:extLst>
          </p:cNvPr>
          <p:cNvSpPr>
            <a:spLocks noChangeShapeType="1"/>
          </p:cNvSpPr>
          <p:nvPr/>
        </p:nvSpPr>
        <p:spPr bwMode="auto">
          <a:xfrm>
            <a:off x="6076950" y="4398963"/>
            <a:ext cx="2347913"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3303" name="AutoShape 71">
            <a:extLst>
              <a:ext uri="{FF2B5EF4-FFF2-40B4-BE49-F238E27FC236}">
                <a16:creationId xmlns:a16="http://schemas.microsoft.com/office/drawing/2014/main" id="{891BBB84-B3E8-4555-8124-C7B712A352AF}"/>
              </a:ext>
            </a:extLst>
          </p:cNvPr>
          <p:cNvSpPr>
            <a:spLocks noChangeArrowheads="1"/>
          </p:cNvSpPr>
          <p:nvPr/>
        </p:nvSpPr>
        <p:spPr bwMode="auto">
          <a:xfrm>
            <a:off x="6375400" y="3762375"/>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3304" name="AutoShape 72">
            <a:extLst>
              <a:ext uri="{FF2B5EF4-FFF2-40B4-BE49-F238E27FC236}">
                <a16:creationId xmlns:a16="http://schemas.microsoft.com/office/drawing/2014/main" id="{EDFA3450-836C-4FE9-B07E-8659021C1952}"/>
              </a:ext>
            </a:extLst>
          </p:cNvPr>
          <p:cNvSpPr>
            <a:spLocks noChangeArrowheads="1"/>
          </p:cNvSpPr>
          <p:nvPr/>
        </p:nvSpPr>
        <p:spPr bwMode="auto">
          <a:xfrm>
            <a:off x="5800725" y="4119563"/>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3305" name="AutoShape 73">
            <a:extLst>
              <a:ext uri="{FF2B5EF4-FFF2-40B4-BE49-F238E27FC236}">
                <a16:creationId xmlns:a16="http://schemas.microsoft.com/office/drawing/2014/main" id="{EFBE560E-8873-49AA-97A9-F9D1754C0814}"/>
              </a:ext>
            </a:extLst>
          </p:cNvPr>
          <p:cNvSpPr>
            <a:spLocks noChangeArrowheads="1"/>
          </p:cNvSpPr>
          <p:nvPr/>
        </p:nvSpPr>
        <p:spPr bwMode="auto">
          <a:xfrm>
            <a:off x="6181725" y="4675188"/>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3306" name="AutoShape 74">
            <a:extLst>
              <a:ext uri="{FF2B5EF4-FFF2-40B4-BE49-F238E27FC236}">
                <a16:creationId xmlns:a16="http://schemas.microsoft.com/office/drawing/2014/main" id="{F9CAE93B-0471-429C-AB5F-F86AA66B36CA}"/>
              </a:ext>
            </a:extLst>
          </p:cNvPr>
          <p:cNvSpPr>
            <a:spLocks noChangeArrowheads="1"/>
          </p:cNvSpPr>
          <p:nvPr/>
        </p:nvSpPr>
        <p:spPr bwMode="auto">
          <a:xfrm>
            <a:off x="7000875" y="4675188"/>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3307" name="AutoShape 75">
            <a:extLst>
              <a:ext uri="{FF2B5EF4-FFF2-40B4-BE49-F238E27FC236}">
                <a16:creationId xmlns:a16="http://schemas.microsoft.com/office/drawing/2014/main" id="{90E57667-DF5C-4F28-9196-F89F0E5E7126}"/>
              </a:ext>
            </a:extLst>
          </p:cNvPr>
          <p:cNvSpPr>
            <a:spLocks noChangeArrowheads="1"/>
          </p:cNvSpPr>
          <p:nvPr/>
        </p:nvSpPr>
        <p:spPr bwMode="auto">
          <a:xfrm>
            <a:off x="6067425" y="3808413"/>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3308" name="AutoShape 76">
            <a:extLst>
              <a:ext uri="{FF2B5EF4-FFF2-40B4-BE49-F238E27FC236}">
                <a16:creationId xmlns:a16="http://schemas.microsoft.com/office/drawing/2014/main" id="{39485D6B-F1BA-42A1-B257-CDE0FC832D7D}"/>
              </a:ext>
            </a:extLst>
          </p:cNvPr>
          <p:cNvSpPr>
            <a:spLocks noChangeArrowheads="1"/>
          </p:cNvSpPr>
          <p:nvPr/>
        </p:nvSpPr>
        <p:spPr bwMode="auto">
          <a:xfrm>
            <a:off x="6276975" y="4084638"/>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3309" name="AutoShape 77">
            <a:extLst>
              <a:ext uri="{FF2B5EF4-FFF2-40B4-BE49-F238E27FC236}">
                <a16:creationId xmlns:a16="http://schemas.microsoft.com/office/drawing/2014/main" id="{CDACBB76-F5E3-4492-8F2C-D7E94AA2CF5A}"/>
              </a:ext>
            </a:extLst>
          </p:cNvPr>
          <p:cNvSpPr>
            <a:spLocks noChangeArrowheads="1"/>
          </p:cNvSpPr>
          <p:nvPr/>
        </p:nvSpPr>
        <p:spPr bwMode="auto">
          <a:xfrm>
            <a:off x="6505575" y="4713288"/>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3310" name="AutoShape 78">
            <a:extLst>
              <a:ext uri="{FF2B5EF4-FFF2-40B4-BE49-F238E27FC236}">
                <a16:creationId xmlns:a16="http://schemas.microsoft.com/office/drawing/2014/main" id="{2F938556-8BD4-4D8F-9905-FC8756B6C533}"/>
              </a:ext>
            </a:extLst>
          </p:cNvPr>
          <p:cNvSpPr>
            <a:spLocks noChangeArrowheads="1"/>
          </p:cNvSpPr>
          <p:nvPr/>
        </p:nvSpPr>
        <p:spPr bwMode="auto">
          <a:xfrm>
            <a:off x="6486525" y="4208463"/>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3311" name="AutoShape 79">
            <a:extLst>
              <a:ext uri="{FF2B5EF4-FFF2-40B4-BE49-F238E27FC236}">
                <a16:creationId xmlns:a16="http://schemas.microsoft.com/office/drawing/2014/main" id="{EC04E8F9-EEB5-4257-978C-AFF9C04DDF45}"/>
              </a:ext>
            </a:extLst>
          </p:cNvPr>
          <p:cNvSpPr>
            <a:spLocks noChangeArrowheads="1"/>
          </p:cNvSpPr>
          <p:nvPr/>
        </p:nvSpPr>
        <p:spPr bwMode="auto">
          <a:xfrm>
            <a:off x="8093075" y="384333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3312" name="AutoShape 80">
            <a:extLst>
              <a:ext uri="{FF2B5EF4-FFF2-40B4-BE49-F238E27FC236}">
                <a16:creationId xmlns:a16="http://schemas.microsoft.com/office/drawing/2014/main" id="{874EBFFF-8FD9-48E8-BD87-B7AC961D26E3}"/>
              </a:ext>
            </a:extLst>
          </p:cNvPr>
          <p:cNvSpPr>
            <a:spLocks noChangeArrowheads="1"/>
          </p:cNvSpPr>
          <p:nvPr/>
        </p:nvSpPr>
        <p:spPr bwMode="auto">
          <a:xfrm>
            <a:off x="7953375" y="505618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3313" name="AutoShape 81">
            <a:extLst>
              <a:ext uri="{FF2B5EF4-FFF2-40B4-BE49-F238E27FC236}">
                <a16:creationId xmlns:a16="http://schemas.microsoft.com/office/drawing/2014/main" id="{7CF14613-2989-4CFB-87EE-9BD5E7DA9DD0}"/>
              </a:ext>
            </a:extLst>
          </p:cNvPr>
          <p:cNvSpPr>
            <a:spLocks noChangeArrowheads="1"/>
          </p:cNvSpPr>
          <p:nvPr/>
        </p:nvSpPr>
        <p:spPr bwMode="auto">
          <a:xfrm>
            <a:off x="7477125" y="280828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3314" name="AutoShape 82">
            <a:extLst>
              <a:ext uri="{FF2B5EF4-FFF2-40B4-BE49-F238E27FC236}">
                <a16:creationId xmlns:a16="http://schemas.microsoft.com/office/drawing/2014/main" id="{AAF339ED-3C76-426E-BCEF-0CA9F5BDFE8E}"/>
              </a:ext>
            </a:extLst>
          </p:cNvPr>
          <p:cNvSpPr>
            <a:spLocks noChangeArrowheads="1"/>
          </p:cNvSpPr>
          <p:nvPr/>
        </p:nvSpPr>
        <p:spPr bwMode="auto">
          <a:xfrm>
            <a:off x="7483475" y="407193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3315" name="AutoShape 83">
            <a:extLst>
              <a:ext uri="{FF2B5EF4-FFF2-40B4-BE49-F238E27FC236}">
                <a16:creationId xmlns:a16="http://schemas.microsoft.com/office/drawing/2014/main" id="{B11A97D0-C528-4DA2-90D5-7466A705C394}"/>
              </a:ext>
            </a:extLst>
          </p:cNvPr>
          <p:cNvSpPr>
            <a:spLocks noChangeArrowheads="1"/>
          </p:cNvSpPr>
          <p:nvPr/>
        </p:nvSpPr>
        <p:spPr bwMode="auto">
          <a:xfrm>
            <a:off x="8181975" y="457993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3316" name="AutoShape 84">
            <a:extLst>
              <a:ext uri="{FF2B5EF4-FFF2-40B4-BE49-F238E27FC236}">
                <a16:creationId xmlns:a16="http://schemas.microsoft.com/office/drawing/2014/main" id="{2549BEEE-7191-44CD-AA7B-90BA05CEC524}"/>
              </a:ext>
            </a:extLst>
          </p:cNvPr>
          <p:cNvSpPr>
            <a:spLocks noChangeArrowheads="1"/>
          </p:cNvSpPr>
          <p:nvPr/>
        </p:nvSpPr>
        <p:spPr bwMode="auto">
          <a:xfrm>
            <a:off x="7007225" y="351948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3317" name="AutoShape 85">
            <a:extLst>
              <a:ext uri="{FF2B5EF4-FFF2-40B4-BE49-F238E27FC236}">
                <a16:creationId xmlns:a16="http://schemas.microsoft.com/office/drawing/2014/main" id="{9DEED68E-C996-4ADD-B72F-CBC66EA3F9F7}"/>
              </a:ext>
            </a:extLst>
          </p:cNvPr>
          <p:cNvSpPr>
            <a:spLocks noChangeArrowheads="1"/>
          </p:cNvSpPr>
          <p:nvPr/>
        </p:nvSpPr>
        <p:spPr bwMode="auto">
          <a:xfrm>
            <a:off x="7610475" y="475138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3318" name="AutoShape 86">
            <a:extLst>
              <a:ext uri="{FF2B5EF4-FFF2-40B4-BE49-F238E27FC236}">
                <a16:creationId xmlns:a16="http://schemas.microsoft.com/office/drawing/2014/main" id="{1B3A02B7-7609-458B-93E5-8031C7EF8679}"/>
              </a:ext>
            </a:extLst>
          </p:cNvPr>
          <p:cNvSpPr>
            <a:spLocks noChangeArrowheads="1"/>
          </p:cNvSpPr>
          <p:nvPr/>
        </p:nvSpPr>
        <p:spPr bwMode="auto">
          <a:xfrm>
            <a:off x="7400925" y="301783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3319" name="AutoShape 87">
            <a:extLst>
              <a:ext uri="{FF2B5EF4-FFF2-40B4-BE49-F238E27FC236}">
                <a16:creationId xmlns:a16="http://schemas.microsoft.com/office/drawing/2014/main" id="{D227B07E-8387-4FDB-96AD-D788F457A847}"/>
              </a:ext>
            </a:extLst>
          </p:cNvPr>
          <p:cNvSpPr>
            <a:spLocks noChangeArrowheads="1"/>
          </p:cNvSpPr>
          <p:nvPr/>
        </p:nvSpPr>
        <p:spPr bwMode="auto">
          <a:xfrm>
            <a:off x="6010275" y="4524375"/>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3320" name="AutoShape 88">
            <a:extLst>
              <a:ext uri="{FF2B5EF4-FFF2-40B4-BE49-F238E27FC236}">
                <a16:creationId xmlns:a16="http://schemas.microsoft.com/office/drawing/2014/main" id="{FD0425BB-5E6F-4F2A-A333-59967675FF4C}"/>
              </a:ext>
            </a:extLst>
          </p:cNvPr>
          <p:cNvSpPr>
            <a:spLocks noChangeArrowheads="1"/>
          </p:cNvSpPr>
          <p:nvPr/>
        </p:nvSpPr>
        <p:spPr bwMode="auto">
          <a:xfrm>
            <a:off x="5629275" y="4657725"/>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3321" name="AutoShape 89">
            <a:extLst>
              <a:ext uri="{FF2B5EF4-FFF2-40B4-BE49-F238E27FC236}">
                <a16:creationId xmlns:a16="http://schemas.microsoft.com/office/drawing/2014/main" id="{00082442-E8E6-45CB-BECF-F6A0FB91A7FE}"/>
              </a:ext>
            </a:extLst>
          </p:cNvPr>
          <p:cNvSpPr>
            <a:spLocks noChangeArrowheads="1"/>
          </p:cNvSpPr>
          <p:nvPr/>
        </p:nvSpPr>
        <p:spPr bwMode="auto">
          <a:xfrm>
            <a:off x="7391400" y="3143250"/>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3323" name="AutoShape 91">
            <a:extLst>
              <a:ext uri="{FF2B5EF4-FFF2-40B4-BE49-F238E27FC236}">
                <a16:creationId xmlns:a16="http://schemas.microsoft.com/office/drawing/2014/main" id="{B3C45583-91FC-41D9-B4FE-F173FD3AD841}"/>
              </a:ext>
            </a:extLst>
          </p:cNvPr>
          <p:cNvSpPr>
            <a:spLocks noChangeArrowheads="1"/>
          </p:cNvSpPr>
          <p:nvPr/>
        </p:nvSpPr>
        <p:spPr bwMode="auto">
          <a:xfrm>
            <a:off x="6943725" y="267493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3324" name="AutoShape 92">
            <a:extLst>
              <a:ext uri="{FF2B5EF4-FFF2-40B4-BE49-F238E27FC236}">
                <a16:creationId xmlns:a16="http://schemas.microsoft.com/office/drawing/2014/main" id="{BEB363E0-AA10-48E6-B0ED-BD427F663583}"/>
              </a:ext>
            </a:extLst>
          </p:cNvPr>
          <p:cNvSpPr>
            <a:spLocks noChangeArrowheads="1"/>
          </p:cNvSpPr>
          <p:nvPr/>
        </p:nvSpPr>
        <p:spPr bwMode="auto">
          <a:xfrm>
            <a:off x="8067675" y="324643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3325" name="Line 93">
            <a:extLst>
              <a:ext uri="{FF2B5EF4-FFF2-40B4-BE49-F238E27FC236}">
                <a16:creationId xmlns:a16="http://schemas.microsoft.com/office/drawing/2014/main" id="{1EAB8ADA-8670-4C30-8AD3-2D054737C773}"/>
              </a:ext>
            </a:extLst>
          </p:cNvPr>
          <p:cNvSpPr>
            <a:spLocks noChangeShapeType="1"/>
          </p:cNvSpPr>
          <p:nvPr/>
        </p:nvSpPr>
        <p:spPr bwMode="auto">
          <a:xfrm flipH="1">
            <a:off x="4859338" y="4400550"/>
            <a:ext cx="1238250" cy="99695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3326" name="Line 94">
            <a:extLst>
              <a:ext uri="{FF2B5EF4-FFF2-40B4-BE49-F238E27FC236}">
                <a16:creationId xmlns:a16="http://schemas.microsoft.com/office/drawing/2014/main" id="{FADC72A7-90E4-447E-B8C3-A3B03D358541}"/>
              </a:ext>
            </a:extLst>
          </p:cNvPr>
          <p:cNvSpPr>
            <a:spLocks noChangeShapeType="1"/>
          </p:cNvSpPr>
          <p:nvPr/>
        </p:nvSpPr>
        <p:spPr bwMode="auto">
          <a:xfrm>
            <a:off x="6096000" y="3048000"/>
            <a:ext cx="1447800" cy="1333500"/>
          </a:xfrm>
          <a:prstGeom prst="line">
            <a:avLst/>
          </a:prstGeom>
          <a:noFill/>
          <a:ln w="15875">
            <a:solidFill>
              <a:schemeClr val="tx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3327" name="Line 95">
            <a:extLst>
              <a:ext uri="{FF2B5EF4-FFF2-40B4-BE49-F238E27FC236}">
                <a16:creationId xmlns:a16="http://schemas.microsoft.com/office/drawing/2014/main" id="{720A8AD1-D76A-4523-83EC-FA7EF8AC77D3}"/>
              </a:ext>
            </a:extLst>
          </p:cNvPr>
          <p:cNvSpPr>
            <a:spLocks noChangeShapeType="1"/>
          </p:cNvSpPr>
          <p:nvPr/>
        </p:nvSpPr>
        <p:spPr bwMode="auto">
          <a:xfrm flipV="1">
            <a:off x="6324600" y="4419600"/>
            <a:ext cx="1219200" cy="1219200"/>
          </a:xfrm>
          <a:prstGeom prst="line">
            <a:avLst/>
          </a:prstGeom>
          <a:noFill/>
          <a:ln w="15875">
            <a:solidFill>
              <a:schemeClr val="tx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3328" name="Line 96">
            <a:extLst>
              <a:ext uri="{FF2B5EF4-FFF2-40B4-BE49-F238E27FC236}">
                <a16:creationId xmlns:a16="http://schemas.microsoft.com/office/drawing/2014/main" id="{8B7E5BDE-38C5-4F87-9F99-02DAAC7EA66F}"/>
              </a:ext>
            </a:extLst>
          </p:cNvPr>
          <p:cNvSpPr>
            <a:spLocks noChangeShapeType="1"/>
          </p:cNvSpPr>
          <p:nvPr/>
        </p:nvSpPr>
        <p:spPr bwMode="auto">
          <a:xfrm flipV="1">
            <a:off x="4629150" y="3086100"/>
            <a:ext cx="1466850" cy="838200"/>
          </a:xfrm>
          <a:prstGeom prst="line">
            <a:avLst/>
          </a:prstGeom>
          <a:noFill/>
          <a:ln w="15875">
            <a:solidFill>
              <a:schemeClr val="tx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3329" name="Line 97">
            <a:extLst>
              <a:ext uri="{FF2B5EF4-FFF2-40B4-BE49-F238E27FC236}">
                <a16:creationId xmlns:a16="http://schemas.microsoft.com/office/drawing/2014/main" id="{626AE9B7-F9EF-4EBF-B106-FEF96C3300EF}"/>
              </a:ext>
            </a:extLst>
          </p:cNvPr>
          <p:cNvSpPr>
            <a:spLocks noChangeShapeType="1"/>
          </p:cNvSpPr>
          <p:nvPr/>
        </p:nvSpPr>
        <p:spPr bwMode="auto">
          <a:xfrm>
            <a:off x="4610100" y="3924300"/>
            <a:ext cx="1714500" cy="1695450"/>
          </a:xfrm>
          <a:prstGeom prst="line">
            <a:avLst/>
          </a:prstGeom>
          <a:noFill/>
          <a:ln w="15875">
            <a:solidFill>
              <a:schemeClr val="tx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3330" name="AutoShape 98">
            <a:extLst>
              <a:ext uri="{FF2B5EF4-FFF2-40B4-BE49-F238E27FC236}">
                <a16:creationId xmlns:a16="http://schemas.microsoft.com/office/drawing/2014/main" id="{604267AD-AC7A-4A9D-880C-68461F8EA341}"/>
              </a:ext>
            </a:extLst>
          </p:cNvPr>
          <p:cNvSpPr>
            <a:spLocks noChangeArrowheads="1"/>
          </p:cNvSpPr>
          <p:nvPr/>
        </p:nvSpPr>
        <p:spPr bwMode="auto">
          <a:xfrm>
            <a:off x="3590925" y="2486025"/>
            <a:ext cx="1638300" cy="457200"/>
          </a:xfrm>
          <a:prstGeom prst="curvedDownArrow">
            <a:avLst>
              <a:gd name="adj1" fmla="val 71667"/>
              <a:gd name="adj2" fmla="val 143333"/>
              <a:gd name="adj3" fmla="val 33333"/>
            </a:avLst>
          </a:prstGeom>
          <a:solidFill>
            <a:srgbClr val="008000"/>
          </a:solidFill>
          <a:ln w="9525">
            <a:solidFill>
              <a:srgbClr val="008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3331" name="Text Box 99">
            <a:extLst>
              <a:ext uri="{FF2B5EF4-FFF2-40B4-BE49-F238E27FC236}">
                <a16:creationId xmlns:a16="http://schemas.microsoft.com/office/drawing/2014/main" id="{B4BB2261-E0B9-4F15-AC86-BE05A316F00C}"/>
              </a:ext>
            </a:extLst>
          </p:cNvPr>
          <p:cNvSpPr txBox="1">
            <a:spLocks noChangeArrowheads="1"/>
          </p:cNvSpPr>
          <p:nvPr/>
        </p:nvSpPr>
        <p:spPr bwMode="auto">
          <a:xfrm>
            <a:off x="3590925" y="2886075"/>
            <a:ext cx="16795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l-GR" altLang="en-PK" sz="2000">
                <a:cs typeface="Times New Roman" panose="02020603050405020304" pitchFamily="18" charset="0"/>
              </a:rPr>
              <a:t>Φ</a:t>
            </a:r>
            <a:r>
              <a:rPr lang="en-US" altLang="en-PK" sz="2000">
                <a:cs typeface="Times New Roman" panose="02020603050405020304" pitchFamily="18" charset="0"/>
              </a:rPr>
              <a:t>:  </a:t>
            </a:r>
            <a:r>
              <a:rPr lang="en-US" altLang="en-PK" sz="2000" b="1">
                <a:cs typeface="Times New Roman" panose="02020603050405020304" pitchFamily="18" charset="0"/>
              </a:rPr>
              <a:t>x</a:t>
            </a:r>
            <a:r>
              <a:rPr lang="en-US" altLang="en-PK" sz="2000" b="1" baseline="-25000">
                <a:cs typeface="Times New Roman" panose="02020603050405020304" pitchFamily="18" charset="0"/>
              </a:rPr>
              <a:t> </a:t>
            </a:r>
            <a:r>
              <a:rPr lang="en-US" altLang="en-PK" sz="2000" b="1">
                <a:cs typeface="Times New Roman" panose="02020603050405020304" pitchFamily="18" charset="0"/>
              </a:rPr>
              <a:t>→</a:t>
            </a:r>
            <a:r>
              <a:rPr lang="en-US" altLang="en-PK" sz="2000">
                <a:cs typeface="Times New Roman" panose="02020603050405020304" pitchFamily="18" charset="0"/>
              </a:rPr>
              <a:t> </a:t>
            </a:r>
            <a:r>
              <a:rPr lang="el-GR" altLang="en-PK" sz="2000" b="1">
                <a:cs typeface="Times New Roman" panose="02020603050405020304" pitchFamily="18" charset="0"/>
              </a:rPr>
              <a:t>φ</a:t>
            </a:r>
            <a:r>
              <a:rPr lang="en-US" altLang="en-PK" sz="2000">
                <a:cs typeface="Times New Roman" panose="02020603050405020304" pitchFamily="18" charset="0"/>
              </a:rPr>
              <a:t>(</a:t>
            </a:r>
            <a:r>
              <a:rPr lang="en-US" altLang="en-PK" sz="2000" b="1">
                <a:cs typeface="Times New Roman" panose="02020603050405020304" pitchFamily="18" charset="0"/>
              </a:rPr>
              <a:t>x</a:t>
            </a:r>
            <a:r>
              <a:rPr lang="en-US" altLang="en-PK" sz="2000">
                <a:cs typeface="Times New Roman" panose="02020603050405020304" pitchFamily="18" charset="0"/>
              </a:rPr>
              <a: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Rectangle 2">
            <a:extLst>
              <a:ext uri="{FF2B5EF4-FFF2-40B4-BE49-F238E27FC236}">
                <a16:creationId xmlns:a16="http://schemas.microsoft.com/office/drawing/2014/main" id="{B01361CB-DDF5-4508-8BE9-05EABCD2DFCF}"/>
              </a:ext>
            </a:extLst>
          </p:cNvPr>
          <p:cNvSpPr>
            <a:spLocks noGrp="1" noChangeArrowheads="1"/>
          </p:cNvSpPr>
          <p:nvPr>
            <p:ph type="title"/>
          </p:nvPr>
        </p:nvSpPr>
        <p:spPr/>
        <p:txBody>
          <a:bodyPr/>
          <a:lstStyle/>
          <a:p>
            <a:r>
              <a:rPr lang="en-US" altLang="en-PK"/>
              <a:t>The “Kernel Trick”</a:t>
            </a:r>
          </a:p>
        </p:txBody>
      </p:sp>
      <p:sp>
        <p:nvSpPr>
          <p:cNvPr id="224259" name="Rectangle 3">
            <a:extLst>
              <a:ext uri="{FF2B5EF4-FFF2-40B4-BE49-F238E27FC236}">
                <a16:creationId xmlns:a16="http://schemas.microsoft.com/office/drawing/2014/main" id="{DF99B3AF-C3DF-4705-A3DE-06AA8C11203C}"/>
              </a:ext>
            </a:extLst>
          </p:cNvPr>
          <p:cNvSpPr>
            <a:spLocks noGrp="1" noChangeArrowheads="1"/>
          </p:cNvSpPr>
          <p:nvPr>
            <p:ph type="body" idx="1"/>
          </p:nvPr>
        </p:nvSpPr>
        <p:spPr/>
        <p:txBody>
          <a:bodyPr>
            <a:normAutofit/>
          </a:bodyPr>
          <a:lstStyle/>
          <a:p>
            <a:r>
              <a:rPr lang="en-US" altLang="en-PK" dirty="0"/>
              <a:t>The linear classifier relies on </a:t>
            </a:r>
            <a:r>
              <a:rPr lang="en-US" altLang="en-PK" dirty="0">
                <a:solidFill>
                  <a:srgbClr val="FF0000"/>
                </a:solidFill>
              </a:rPr>
              <a:t>inner product between vectors </a:t>
            </a:r>
            <a:r>
              <a:rPr lang="en-US" altLang="en-PK" i="1" dirty="0"/>
              <a:t>K</a:t>
            </a:r>
            <a:r>
              <a:rPr lang="en-US" altLang="en-PK" dirty="0"/>
              <a:t>(</a:t>
            </a:r>
            <a:r>
              <a:rPr lang="en-US" altLang="en-PK" b="1" dirty="0" err="1"/>
              <a:t>x</a:t>
            </a:r>
            <a:r>
              <a:rPr lang="en-US" altLang="en-PK" i="1" baseline="-25000" dirty="0" err="1"/>
              <a:t>i</a:t>
            </a:r>
            <a:r>
              <a:rPr lang="en-US" altLang="en-PK" dirty="0" err="1"/>
              <a:t>,</a:t>
            </a:r>
            <a:r>
              <a:rPr lang="en-US" altLang="en-PK" b="1" dirty="0" err="1"/>
              <a:t>x</a:t>
            </a:r>
            <a:r>
              <a:rPr lang="en-US" altLang="en-PK" i="1" baseline="-25000" dirty="0" err="1"/>
              <a:t>j</a:t>
            </a:r>
            <a:r>
              <a:rPr lang="en-US" altLang="en-PK" dirty="0"/>
              <a:t>)=</a:t>
            </a:r>
            <a:r>
              <a:rPr lang="en-US" altLang="en-PK" b="1" dirty="0" err="1"/>
              <a:t>x</a:t>
            </a:r>
            <a:r>
              <a:rPr lang="en-US" altLang="en-PK" i="1" baseline="-25000" dirty="0" err="1"/>
              <a:t>i</a:t>
            </a:r>
            <a:r>
              <a:rPr lang="en-US" altLang="en-PK" b="1" baseline="30000" dirty="0" err="1"/>
              <a:t>T</a:t>
            </a:r>
            <a:r>
              <a:rPr lang="en-US" altLang="en-PK" b="1" dirty="0" err="1"/>
              <a:t>x</a:t>
            </a:r>
            <a:r>
              <a:rPr lang="en-US" altLang="en-PK" i="1" baseline="-25000" dirty="0" err="1"/>
              <a:t>j</a:t>
            </a:r>
            <a:endParaRPr lang="en-US" altLang="en-PK" i="1" baseline="-25000" dirty="0"/>
          </a:p>
          <a:p>
            <a:r>
              <a:rPr lang="en-US" altLang="en-PK" dirty="0"/>
              <a:t>If </a:t>
            </a:r>
            <a:r>
              <a:rPr lang="en-US" altLang="en-PK" dirty="0">
                <a:solidFill>
                  <a:srgbClr val="FF0000"/>
                </a:solidFill>
              </a:rPr>
              <a:t>every datapoint is mapped into high-dimensional </a:t>
            </a:r>
            <a:r>
              <a:rPr lang="en-US" altLang="en-PK" dirty="0"/>
              <a:t>space via some transformation </a:t>
            </a:r>
            <a:r>
              <a:rPr lang="el-GR" altLang="en-PK" dirty="0">
                <a:cs typeface="Times New Roman" panose="02020603050405020304" pitchFamily="18" charset="0"/>
              </a:rPr>
              <a:t>Φ</a:t>
            </a:r>
            <a:r>
              <a:rPr lang="en-US" altLang="en-PK" dirty="0">
                <a:cs typeface="Times New Roman" panose="02020603050405020304" pitchFamily="18" charset="0"/>
              </a:rPr>
              <a:t>:  </a:t>
            </a:r>
            <a:r>
              <a:rPr lang="en-US" altLang="en-PK" b="1" dirty="0">
                <a:cs typeface="Times New Roman" panose="02020603050405020304" pitchFamily="18" charset="0"/>
              </a:rPr>
              <a:t>x</a:t>
            </a:r>
            <a:r>
              <a:rPr lang="en-US" altLang="en-PK" b="1" baseline="-25000" dirty="0">
                <a:cs typeface="Times New Roman" panose="02020603050405020304" pitchFamily="18" charset="0"/>
              </a:rPr>
              <a:t> </a:t>
            </a:r>
            <a:r>
              <a:rPr lang="en-US" altLang="en-PK" b="1" dirty="0">
                <a:cs typeface="Times New Roman" panose="02020603050405020304" pitchFamily="18" charset="0"/>
              </a:rPr>
              <a:t>→</a:t>
            </a:r>
            <a:r>
              <a:rPr lang="en-US" altLang="en-PK" dirty="0">
                <a:cs typeface="Times New Roman" panose="02020603050405020304" pitchFamily="18" charset="0"/>
              </a:rPr>
              <a:t> </a:t>
            </a:r>
            <a:r>
              <a:rPr lang="el-GR" altLang="en-PK" dirty="0">
                <a:cs typeface="Times New Roman" panose="02020603050405020304" pitchFamily="18" charset="0"/>
              </a:rPr>
              <a:t>φ</a:t>
            </a:r>
            <a:r>
              <a:rPr lang="en-US" altLang="en-PK" dirty="0">
                <a:cs typeface="Times New Roman" panose="02020603050405020304" pitchFamily="18" charset="0"/>
              </a:rPr>
              <a:t>(</a:t>
            </a:r>
            <a:r>
              <a:rPr lang="en-US" altLang="en-PK" b="1" dirty="0">
                <a:cs typeface="Times New Roman" panose="02020603050405020304" pitchFamily="18" charset="0"/>
              </a:rPr>
              <a:t>x</a:t>
            </a:r>
            <a:r>
              <a:rPr lang="en-US" altLang="en-PK" dirty="0">
                <a:cs typeface="Times New Roman" panose="02020603050405020304" pitchFamily="18" charset="0"/>
              </a:rPr>
              <a:t>), the inner product becomes:</a:t>
            </a:r>
          </a:p>
          <a:p>
            <a:pPr algn="ctr">
              <a:buFontTx/>
              <a:buNone/>
            </a:pPr>
            <a:r>
              <a:rPr lang="en-US" altLang="en-PK" i="1" dirty="0"/>
              <a:t>K</a:t>
            </a:r>
            <a:r>
              <a:rPr lang="en-US" altLang="en-PK" dirty="0"/>
              <a:t>(</a:t>
            </a:r>
            <a:r>
              <a:rPr lang="en-US" altLang="en-PK" b="1" dirty="0" err="1"/>
              <a:t>x</a:t>
            </a:r>
            <a:r>
              <a:rPr lang="en-US" altLang="en-PK" i="1" baseline="-25000" dirty="0" err="1"/>
              <a:t>i</a:t>
            </a:r>
            <a:r>
              <a:rPr lang="en-US" altLang="en-PK" dirty="0" err="1"/>
              <a:t>,</a:t>
            </a:r>
            <a:r>
              <a:rPr lang="en-US" altLang="en-PK" b="1" dirty="0" err="1"/>
              <a:t>x</a:t>
            </a:r>
            <a:r>
              <a:rPr lang="en-US" altLang="en-PK" i="1" baseline="-25000" dirty="0" err="1"/>
              <a:t>j</a:t>
            </a:r>
            <a:r>
              <a:rPr lang="en-US" altLang="en-PK" dirty="0"/>
              <a:t>)= </a:t>
            </a:r>
            <a:r>
              <a:rPr lang="el-GR" altLang="en-PK" b="1" dirty="0">
                <a:cs typeface="Times New Roman" panose="02020603050405020304" pitchFamily="18" charset="0"/>
              </a:rPr>
              <a:t>φ</a:t>
            </a:r>
            <a:r>
              <a:rPr lang="en-US" altLang="en-PK" dirty="0"/>
              <a:t>(</a:t>
            </a:r>
            <a:r>
              <a:rPr lang="en-US" altLang="en-PK" b="1" dirty="0"/>
              <a:t>x</a:t>
            </a:r>
            <a:r>
              <a:rPr lang="en-US" altLang="en-PK" i="1" baseline="-25000" dirty="0"/>
              <a:t>i</a:t>
            </a:r>
            <a:r>
              <a:rPr lang="en-US" altLang="en-PK" dirty="0"/>
              <a:t>)</a:t>
            </a:r>
            <a:r>
              <a:rPr lang="en-US" altLang="en-PK" b="1" baseline="-25000" dirty="0"/>
              <a:t> </a:t>
            </a:r>
            <a:r>
              <a:rPr lang="en-US" altLang="en-PK" b="1" baseline="30000" dirty="0"/>
              <a:t>T</a:t>
            </a:r>
            <a:r>
              <a:rPr lang="el-GR" altLang="en-PK" b="1" dirty="0">
                <a:cs typeface="Times New Roman" panose="02020603050405020304" pitchFamily="18" charset="0"/>
              </a:rPr>
              <a:t>φ</a:t>
            </a:r>
            <a:r>
              <a:rPr lang="en-US" altLang="en-PK" dirty="0"/>
              <a:t>(</a:t>
            </a:r>
            <a:r>
              <a:rPr lang="en-US" altLang="en-PK" b="1" dirty="0" err="1"/>
              <a:t>x</a:t>
            </a:r>
            <a:r>
              <a:rPr lang="en-US" altLang="en-PK" i="1" baseline="-25000" dirty="0" err="1"/>
              <a:t>j</a:t>
            </a:r>
            <a:r>
              <a:rPr lang="en-US" altLang="en-PK" dirty="0"/>
              <a:t>)</a:t>
            </a:r>
          </a:p>
          <a:p>
            <a:r>
              <a:rPr lang="en-US" altLang="en-PK" dirty="0"/>
              <a:t>A </a:t>
            </a:r>
            <a:r>
              <a:rPr lang="en-US" altLang="en-PK" i="1" dirty="0">
                <a:solidFill>
                  <a:srgbClr val="FF0000"/>
                </a:solidFill>
              </a:rPr>
              <a:t>kernel function</a:t>
            </a:r>
            <a:r>
              <a:rPr lang="en-US" altLang="en-PK" dirty="0">
                <a:solidFill>
                  <a:srgbClr val="FF0000"/>
                </a:solidFill>
              </a:rPr>
              <a:t> </a:t>
            </a:r>
            <a:r>
              <a:rPr lang="en-US" altLang="en-PK" dirty="0"/>
              <a:t>is a function that is equivalent to an inner product in some feature space.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2">
            <a:extLst>
              <a:ext uri="{FF2B5EF4-FFF2-40B4-BE49-F238E27FC236}">
                <a16:creationId xmlns:a16="http://schemas.microsoft.com/office/drawing/2014/main" id="{984BEF7D-9536-4D3F-B675-D0140FED3F82}"/>
              </a:ext>
            </a:extLst>
          </p:cNvPr>
          <p:cNvSpPr>
            <a:spLocks noGrp="1" noChangeArrowheads="1"/>
          </p:cNvSpPr>
          <p:nvPr>
            <p:ph type="title"/>
          </p:nvPr>
        </p:nvSpPr>
        <p:spPr/>
        <p:txBody>
          <a:bodyPr/>
          <a:lstStyle/>
          <a:p>
            <a:r>
              <a:rPr lang="en-US" altLang="en-PK"/>
              <a:t>Examples of Kernel Functions</a:t>
            </a:r>
          </a:p>
        </p:txBody>
      </p:sp>
      <p:sp>
        <p:nvSpPr>
          <p:cNvPr id="227331" name="Rectangle 3">
            <a:extLst>
              <a:ext uri="{FF2B5EF4-FFF2-40B4-BE49-F238E27FC236}">
                <a16:creationId xmlns:a16="http://schemas.microsoft.com/office/drawing/2014/main" id="{CD0671C7-63F6-47F5-A04E-3C73A70016F0}"/>
              </a:ext>
            </a:extLst>
          </p:cNvPr>
          <p:cNvSpPr>
            <a:spLocks noGrp="1" noChangeArrowheads="1"/>
          </p:cNvSpPr>
          <p:nvPr>
            <p:ph type="body" idx="1"/>
          </p:nvPr>
        </p:nvSpPr>
        <p:spPr/>
        <p:txBody>
          <a:bodyPr>
            <a:normAutofit lnSpcReduction="10000"/>
          </a:bodyPr>
          <a:lstStyle/>
          <a:p>
            <a:pPr>
              <a:lnSpc>
                <a:spcPct val="90000"/>
              </a:lnSpc>
            </a:pPr>
            <a:r>
              <a:rPr lang="en-US" altLang="en-PK" b="1" dirty="0"/>
              <a:t>Linear</a:t>
            </a:r>
            <a:r>
              <a:rPr lang="en-US" altLang="en-PK" dirty="0"/>
              <a:t>: </a:t>
            </a:r>
            <a:r>
              <a:rPr lang="en-US" altLang="en-PK" i="1" dirty="0"/>
              <a:t>K</a:t>
            </a:r>
            <a:r>
              <a:rPr lang="en-US" altLang="en-PK" dirty="0"/>
              <a:t>(</a:t>
            </a:r>
            <a:r>
              <a:rPr lang="en-US" altLang="en-PK" b="1" dirty="0" err="1"/>
              <a:t>x</a:t>
            </a:r>
            <a:r>
              <a:rPr lang="en-US" altLang="en-PK" i="1" baseline="-25000" dirty="0" err="1"/>
              <a:t>i</a:t>
            </a:r>
            <a:r>
              <a:rPr lang="en-US" altLang="en-PK" dirty="0" err="1"/>
              <a:t>,</a:t>
            </a:r>
            <a:r>
              <a:rPr lang="en-US" altLang="en-PK" b="1" dirty="0" err="1"/>
              <a:t>x</a:t>
            </a:r>
            <a:r>
              <a:rPr lang="en-US" altLang="en-PK" i="1" baseline="-25000" dirty="0" err="1"/>
              <a:t>j</a:t>
            </a:r>
            <a:r>
              <a:rPr lang="en-US" altLang="en-PK" dirty="0"/>
              <a:t>)= </a:t>
            </a:r>
            <a:r>
              <a:rPr lang="en-US" altLang="en-PK" b="1" dirty="0" err="1"/>
              <a:t>x</a:t>
            </a:r>
            <a:r>
              <a:rPr lang="en-US" altLang="en-PK" i="1" baseline="-25000" dirty="0" err="1"/>
              <a:t>i</a:t>
            </a:r>
            <a:r>
              <a:rPr lang="en-US" altLang="en-PK" b="1" baseline="30000" dirty="0" err="1"/>
              <a:t>T</a:t>
            </a:r>
            <a:r>
              <a:rPr lang="en-US" altLang="en-PK" b="1" dirty="0" err="1"/>
              <a:t>x</a:t>
            </a:r>
            <a:r>
              <a:rPr lang="en-US" altLang="en-PK" i="1" baseline="-25000" dirty="0" err="1"/>
              <a:t>j</a:t>
            </a:r>
            <a:r>
              <a:rPr lang="en-US" altLang="en-PK" b="1" baseline="-25000" dirty="0"/>
              <a:t>  </a:t>
            </a:r>
          </a:p>
          <a:p>
            <a:pPr lvl="1">
              <a:lnSpc>
                <a:spcPct val="90000"/>
              </a:lnSpc>
            </a:pPr>
            <a:endParaRPr lang="en-US" altLang="en-PK" dirty="0"/>
          </a:p>
          <a:p>
            <a:pPr lvl="1">
              <a:lnSpc>
                <a:spcPct val="90000"/>
              </a:lnSpc>
            </a:pPr>
            <a:r>
              <a:rPr lang="en-US" altLang="en-PK" dirty="0"/>
              <a:t>Mapping </a:t>
            </a:r>
            <a:r>
              <a:rPr lang="el-GR" altLang="en-PK" dirty="0">
                <a:cs typeface="Times New Roman" panose="02020603050405020304" pitchFamily="18" charset="0"/>
              </a:rPr>
              <a:t>Φ</a:t>
            </a:r>
            <a:r>
              <a:rPr lang="en-US" altLang="en-PK" dirty="0">
                <a:cs typeface="Times New Roman" panose="02020603050405020304" pitchFamily="18" charset="0"/>
              </a:rPr>
              <a:t>:    </a:t>
            </a:r>
            <a:r>
              <a:rPr lang="en-US" altLang="en-PK" b="1" dirty="0">
                <a:cs typeface="Times New Roman" panose="02020603050405020304" pitchFamily="18" charset="0"/>
              </a:rPr>
              <a:t>x</a:t>
            </a:r>
            <a:r>
              <a:rPr lang="en-US" altLang="en-PK" b="1" baseline="-25000" dirty="0">
                <a:cs typeface="Times New Roman" panose="02020603050405020304" pitchFamily="18" charset="0"/>
              </a:rPr>
              <a:t>  </a:t>
            </a:r>
            <a:r>
              <a:rPr lang="en-US" altLang="en-PK" b="1" dirty="0">
                <a:cs typeface="Times New Roman" panose="02020603050405020304" pitchFamily="18" charset="0"/>
              </a:rPr>
              <a:t>→ </a:t>
            </a:r>
            <a:r>
              <a:rPr lang="en-US" altLang="en-PK" dirty="0">
                <a:cs typeface="Times New Roman" panose="02020603050405020304" pitchFamily="18" charset="0"/>
              </a:rPr>
              <a:t> </a:t>
            </a:r>
            <a:r>
              <a:rPr lang="el-GR" altLang="en-PK" b="1" dirty="0">
                <a:cs typeface="Times New Roman" panose="02020603050405020304" pitchFamily="18" charset="0"/>
              </a:rPr>
              <a:t>φ</a:t>
            </a:r>
            <a:r>
              <a:rPr lang="en-US" altLang="en-PK" dirty="0">
                <a:cs typeface="Times New Roman" panose="02020603050405020304" pitchFamily="18" charset="0"/>
              </a:rPr>
              <a:t>(</a:t>
            </a:r>
            <a:r>
              <a:rPr lang="en-US" altLang="en-PK" b="1" dirty="0">
                <a:cs typeface="Times New Roman" panose="02020603050405020304" pitchFamily="18" charset="0"/>
              </a:rPr>
              <a:t>x</a:t>
            </a:r>
            <a:r>
              <a:rPr lang="en-US" altLang="en-PK" dirty="0">
                <a:cs typeface="Times New Roman" panose="02020603050405020304" pitchFamily="18" charset="0"/>
              </a:rPr>
              <a:t>), where </a:t>
            </a:r>
            <a:r>
              <a:rPr lang="el-GR" altLang="en-PK" b="1" dirty="0">
                <a:cs typeface="Times New Roman" panose="02020603050405020304" pitchFamily="18" charset="0"/>
              </a:rPr>
              <a:t>φ</a:t>
            </a:r>
            <a:r>
              <a:rPr lang="en-US" altLang="en-PK" dirty="0">
                <a:cs typeface="Times New Roman" panose="02020603050405020304" pitchFamily="18" charset="0"/>
              </a:rPr>
              <a:t>(</a:t>
            </a:r>
            <a:r>
              <a:rPr lang="en-US" altLang="en-PK" b="1" dirty="0">
                <a:cs typeface="Times New Roman" panose="02020603050405020304" pitchFamily="18" charset="0"/>
              </a:rPr>
              <a:t>x</a:t>
            </a:r>
            <a:r>
              <a:rPr lang="en-US" altLang="en-PK" dirty="0">
                <a:cs typeface="Times New Roman" panose="02020603050405020304" pitchFamily="18" charset="0"/>
              </a:rPr>
              <a:t>) is </a:t>
            </a:r>
            <a:r>
              <a:rPr lang="en-US" altLang="en-PK" b="1" dirty="0">
                <a:cs typeface="Times New Roman" panose="02020603050405020304" pitchFamily="18" charset="0"/>
              </a:rPr>
              <a:t>x</a:t>
            </a:r>
            <a:r>
              <a:rPr lang="en-US" altLang="en-PK" dirty="0">
                <a:cs typeface="Times New Roman" panose="02020603050405020304" pitchFamily="18" charset="0"/>
              </a:rPr>
              <a:t> itself</a:t>
            </a:r>
            <a:endParaRPr lang="en-US" altLang="en-PK" b="1" baseline="-25000" dirty="0"/>
          </a:p>
          <a:p>
            <a:pPr lvl="1">
              <a:lnSpc>
                <a:spcPct val="90000"/>
              </a:lnSpc>
            </a:pPr>
            <a:endParaRPr lang="en-US" altLang="en-PK" dirty="0"/>
          </a:p>
          <a:p>
            <a:pPr lvl="1">
              <a:lnSpc>
                <a:spcPct val="90000"/>
              </a:lnSpc>
            </a:pPr>
            <a:endParaRPr lang="en-US" altLang="en-PK" dirty="0"/>
          </a:p>
          <a:p>
            <a:pPr>
              <a:lnSpc>
                <a:spcPct val="90000"/>
              </a:lnSpc>
            </a:pPr>
            <a:r>
              <a:rPr lang="en-US" altLang="en-PK" b="1" dirty="0"/>
              <a:t>Polynomial</a:t>
            </a:r>
            <a:r>
              <a:rPr lang="en-US" altLang="en-PK" dirty="0"/>
              <a:t> of power </a:t>
            </a:r>
            <a:r>
              <a:rPr lang="en-US" altLang="en-PK" i="1" dirty="0"/>
              <a:t>p</a:t>
            </a:r>
            <a:r>
              <a:rPr lang="en-US" altLang="en-PK" dirty="0"/>
              <a:t>: </a:t>
            </a:r>
            <a:r>
              <a:rPr lang="en-US" altLang="en-PK" i="1" dirty="0"/>
              <a:t>K</a:t>
            </a:r>
            <a:r>
              <a:rPr lang="en-US" altLang="en-PK" dirty="0"/>
              <a:t>(</a:t>
            </a:r>
            <a:r>
              <a:rPr lang="en-US" altLang="en-PK" b="1" dirty="0" err="1"/>
              <a:t>x</a:t>
            </a:r>
            <a:r>
              <a:rPr lang="en-US" altLang="en-PK" i="1" baseline="-25000" dirty="0" err="1"/>
              <a:t>i</a:t>
            </a:r>
            <a:r>
              <a:rPr lang="en-US" altLang="en-PK" dirty="0" err="1"/>
              <a:t>,</a:t>
            </a:r>
            <a:r>
              <a:rPr lang="en-US" altLang="en-PK" b="1" dirty="0" err="1"/>
              <a:t>x</a:t>
            </a:r>
            <a:r>
              <a:rPr lang="en-US" altLang="en-PK" i="1" baseline="-25000" dirty="0" err="1"/>
              <a:t>j</a:t>
            </a:r>
            <a:r>
              <a:rPr lang="en-US" altLang="en-PK" dirty="0"/>
              <a:t>)= (1+</a:t>
            </a:r>
            <a:r>
              <a:rPr lang="en-US" altLang="en-PK" dirty="0">
                <a:cs typeface="Times New Roman" panose="02020603050405020304" pitchFamily="18" charset="0"/>
              </a:rPr>
              <a:t> </a:t>
            </a:r>
            <a:r>
              <a:rPr lang="en-US" altLang="en-PK" b="1" dirty="0" err="1"/>
              <a:t>x</a:t>
            </a:r>
            <a:r>
              <a:rPr lang="en-US" altLang="en-PK" i="1" baseline="-25000" dirty="0" err="1"/>
              <a:t>i</a:t>
            </a:r>
            <a:r>
              <a:rPr lang="en-US" altLang="en-PK" b="1" baseline="30000" dirty="0" err="1"/>
              <a:t>T</a:t>
            </a:r>
            <a:r>
              <a:rPr lang="en-US" altLang="en-PK" b="1" dirty="0" err="1"/>
              <a:t>x</a:t>
            </a:r>
            <a:r>
              <a:rPr lang="en-US" altLang="en-PK" i="1" baseline="-25000" dirty="0" err="1"/>
              <a:t>j</a:t>
            </a:r>
            <a:r>
              <a:rPr lang="en-US" altLang="en-PK" dirty="0"/>
              <a:t>)</a:t>
            </a:r>
            <a:r>
              <a:rPr lang="en-US" altLang="en-PK" i="1" baseline="30000" dirty="0"/>
              <a:t>p</a:t>
            </a:r>
          </a:p>
          <a:p>
            <a:pPr lvl="1">
              <a:lnSpc>
                <a:spcPct val="90000"/>
              </a:lnSpc>
            </a:pPr>
            <a:endParaRPr lang="en-US" altLang="en-PK" dirty="0"/>
          </a:p>
          <a:p>
            <a:pPr>
              <a:lnSpc>
                <a:spcPct val="90000"/>
              </a:lnSpc>
            </a:pPr>
            <a:r>
              <a:rPr lang="en-US" altLang="en-PK" b="1" dirty="0"/>
              <a:t>Gaussian</a:t>
            </a:r>
            <a:r>
              <a:rPr lang="en-US" altLang="en-PK" dirty="0"/>
              <a:t> (radial-basis function): </a:t>
            </a:r>
            <a:r>
              <a:rPr lang="en-US" altLang="en-PK" i="1" dirty="0"/>
              <a:t>K</a:t>
            </a:r>
            <a:r>
              <a:rPr lang="en-US" altLang="en-PK" dirty="0"/>
              <a:t>(</a:t>
            </a:r>
            <a:r>
              <a:rPr lang="en-US" altLang="en-PK" b="1" dirty="0" err="1"/>
              <a:t>x</a:t>
            </a:r>
            <a:r>
              <a:rPr lang="en-US" altLang="en-PK" i="1" baseline="-25000" dirty="0" err="1"/>
              <a:t>i</a:t>
            </a:r>
            <a:r>
              <a:rPr lang="en-US" altLang="en-PK" dirty="0" err="1"/>
              <a:t>,</a:t>
            </a:r>
            <a:r>
              <a:rPr lang="en-US" altLang="en-PK" b="1" dirty="0" err="1"/>
              <a:t>x</a:t>
            </a:r>
            <a:r>
              <a:rPr lang="en-US" altLang="en-PK" i="1" baseline="-25000" dirty="0" err="1"/>
              <a:t>j</a:t>
            </a:r>
            <a:r>
              <a:rPr lang="en-US" altLang="en-PK" dirty="0"/>
              <a:t>) =</a:t>
            </a:r>
          </a:p>
          <a:p>
            <a:pPr lvl="1">
              <a:lnSpc>
                <a:spcPct val="90000"/>
              </a:lnSpc>
            </a:pPr>
            <a:r>
              <a:rPr lang="en-US" altLang="en-PK" dirty="0"/>
              <a:t>Mapping </a:t>
            </a:r>
            <a:r>
              <a:rPr lang="el-GR" altLang="en-PK" dirty="0">
                <a:cs typeface="Times New Roman" panose="02020603050405020304" pitchFamily="18" charset="0"/>
              </a:rPr>
              <a:t>Φ</a:t>
            </a:r>
            <a:r>
              <a:rPr lang="en-US" altLang="en-PK" dirty="0">
                <a:cs typeface="Times New Roman" panose="02020603050405020304" pitchFamily="18" charset="0"/>
              </a:rPr>
              <a:t>:  </a:t>
            </a:r>
            <a:r>
              <a:rPr lang="en-US" altLang="en-PK" b="1" dirty="0">
                <a:cs typeface="Times New Roman" panose="02020603050405020304" pitchFamily="18" charset="0"/>
              </a:rPr>
              <a:t>x</a:t>
            </a:r>
            <a:r>
              <a:rPr lang="en-US" altLang="en-PK" b="1" baseline="-25000" dirty="0">
                <a:cs typeface="Times New Roman" panose="02020603050405020304" pitchFamily="18" charset="0"/>
              </a:rPr>
              <a:t> </a:t>
            </a:r>
            <a:r>
              <a:rPr lang="en-US" altLang="en-PK" b="1" dirty="0">
                <a:cs typeface="Times New Roman" panose="02020603050405020304" pitchFamily="18" charset="0"/>
              </a:rPr>
              <a:t>→  </a:t>
            </a:r>
            <a:r>
              <a:rPr lang="el-GR" altLang="en-PK" b="1" dirty="0">
                <a:cs typeface="Times New Roman" panose="02020603050405020304" pitchFamily="18" charset="0"/>
              </a:rPr>
              <a:t>φ</a:t>
            </a:r>
            <a:r>
              <a:rPr lang="en-US" altLang="en-PK" dirty="0">
                <a:cs typeface="Times New Roman" panose="02020603050405020304" pitchFamily="18" charset="0"/>
              </a:rPr>
              <a:t>(</a:t>
            </a:r>
            <a:r>
              <a:rPr lang="en-US" altLang="en-PK" b="1" dirty="0">
                <a:cs typeface="Times New Roman" panose="02020603050405020304" pitchFamily="18" charset="0"/>
              </a:rPr>
              <a:t>x</a:t>
            </a:r>
            <a:r>
              <a:rPr lang="en-US" altLang="en-PK" dirty="0">
                <a:cs typeface="Times New Roman" panose="02020603050405020304" pitchFamily="18" charset="0"/>
              </a:rPr>
              <a:t>), where </a:t>
            </a:r>
            <a:r>
              <a:rPr lang="el-GR" altLang="en-PK" b="1" dirty="0">
                <a:cs typeface="Times New Roman" panose="02020603050405020304" pitchFamily="18" charset="0"/>
              </a:rPr>
              <a:t>φ</a:t>
            </a:r>
            <a:r>
              <a:rPr lang="en-US" altLang="en-PK" dirty="0">
                <a:cs typeface="Times New Roman" panose="02020603050405020304" pitchFamily="18" charset="0"/>
              </a:rPr>
              <a:t>(</a:t>
            </a:r>
            <a:r>
              <a:rPr lang="en-US" altLang="en-PK" b="1" dirty="0">
                <a:cs typeface="Times New Roman" panose="02020603050405020304" pitchFamily="18" charset="0"/>
              </a:rPr>
              <a:t>x</a:t>
            </a:r>
            <a:r>
              <a:rPr lang="en-US" altLang="en-PK" dirty="0">
                <a:cs typeface="Times New Roman" panose="02020603050405020304" pitchFamily="18" charset="0"/>
              </a:rPr>
              <a:t>) is </a:t>
            </a:r>
            <a:r>
              <a:rPr lang="en-US" altLang="en-PK" i="1" dirty="0">
                <a:cs typeface="Times New Roman" panose="02020603050405020304" pitchFamily="18" charset="0"/>
              </a:rPr>
              <a:t>infinite-dimensional</a:t>
            </a:r>
            <a:r>
              <a:rPr lang="en-US" altLang="en-PK" dirty="0">
                <a:cs typeface="Times New Roman" panose="02020603050405020304" pitchFamily="18" charset="0"/>
              </a:rPr>
              <a:t>: every point is mapped to </a:t>
            </a:r>
            <a:r>
              <a:rPr lang="en-US" altLang="en-PK" i="1" dirty="0">
                <a:cs typeface="Times New Roman" panose="02020603050405020304" pitchFamily="18" charset="0"/>
              </a:rPr>
              <a:t>a function </a:t>
            </a:r>
            <a:r>
              <a:rPr lang="en-US" altLang="en-PK" dirty="0">
                <a:cs typeface="Times New Roman" panose="02020603050405020304" pitchFamily="18" charset="0"/>
              </a:rPr>
              <a:t>(a Gaussian); combination of functions for support vectors is the separator.</a:t>
            </a:r>
            <a:endParaRPr lang="en-US" altLang="en-PK" dirty="0"/>
          </a:p>
          <a:p>
            <a:pPr marL="0" indent="0">
              <a:lnSpc>
                <a:spcPct val="90000"/>
              </a:lnSpc>
              <a:buNone/>
            </a:pPr>
            <a:endParaRPr lang="en-US" altLang="en-PK" dirty="0"/>
          </a:p>
        </p:txBody>
      </p:sp>
      <p:graphicFrame>
        <p:nvGraphicFramePr>
          <p:cNvPr id="227332" name="Object 4">
            <a:extLst>
              <a:ext uri="{FF2B5EF4-FFF2-40B4-BE49-F238E27FC236}">
                <a16:creationId xmlns:a16="http://schemas.microsoft.com/office/drawing/2014/main" id="{FCD5DFCD-AFFB-4A2C-AD59-00BF430D765A}"/>
              </a:ext>
            </a:extLst>
          </p:cNvPr>
          <p:cNvGraphicFramePr>
            <a:graphicFrameLocks noChangeAspect="1"/>
          </p:cNvGraphicFramePr>
          <p:nvPr>
            <p:extLst>
              <p:ext uri="{D42A27DB-BD31-4B8C-83A1-F6EECF244321}">
                <p14:modId xmlns:p14="http://schemas.microsoft.com/office/powerpoint/2010/main" val="3391046970"/>
              </p:ext>
            </p:extLst>
          </p:nvPr>
        </p:nvGraphicFramePr>
        <p:xfrm>
          <a:off x="7722635" y="3866494"/>
          <a:ext cx="950913" cy="695325"/>
        </p:xfrm>
        <a:graphic>
          <a:graphicData uri="http://schemas.openxmlformats.org/presentationml/2006/ole">
            <mc:AlternateContent xmlns:mc="http://schemas.openxmlformats.org/markup-compatibility/2006">
              <mc:Choice xmlns:v="urn:schemas-microsoft-com:vml" Requires="v">
                <p:oleObj spid="_x0000_s2075" name="Equation" r:id="rId3" imgW="520560" imgH="380880" progId="Equation.3">
                  <p:embed/>
                </p:oleObj>
              </mc:Choice>
              <mc:Fallback>
                <p:oleObj name="Equation" r:id="rId3" imgW="520560" imgH="380880" progId="Equation.3">
                  <p:embed/>
                  <p:pic>
                    <p:nvPicPr>
                      <p:cNvPr id="227332" name="Object 4">
                        <a:extLst>
                          <a:ext uri="{FF2B5EF4-FFF2-40B4-BE49-F238E27FC236}">
                            <a16:creationId xmlns:a16="http://schemas.microsoft.com/office/drawing/2014/main" id="{FCD5DFCD-AFFB-4A2C-AD59-00BF430D765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22635" y="3866494"/>
                        <a:ext cx="950913" cy="695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Rectangle 2">
            <a:extLst>
              <a:ext uri="{FF2B5EF4-FFF2-40B4-BE49-F238E27FC236}">
                <a16:creationId xmlns:a16="http://schemas.microsoft.com/office/drawing/2014/main" id="{F4274EC7-7478-47B8-8CAE-21674354D1A9}"/>
              </a:ext>
            </a:extLst>
          </p:cNvPr>
          <p:cNvSpPr>
            <a:spLocks noGrp="1" noChangeArrowheads="1"/>
          </p:cNvSpPr>
          <p:nvPr>
            <p:ph type="title"/>
          </p:nvPr>
        </p:nvSpPr>
        <p:spPr/>
        <p:txBody>
          <a:bodyPr/>
          <a:lstStyle/>
          <a:p>
            <a:r>
              <a:rPr lang="en-US" altLang="en-PK"/>
              <a:t>Non-linear SVMs Mathematically</a:t>
            </a:r>
          </a:p>
        </p:txBody>
      </p:sp>
      <p:sp>
        <p:nvSpPr>
          <p:cNvPr id="228355" name="Rectangle 3">
            <a:extLst>
              <a:ext uri="{FF2B5EF4-FFF2-40B4-BE49-F238E27FC236}">
                <a16:creationId xmlns:a16="http://schemas.microsoft.com/office/drawing/2014/main" id="{2C69BF80-84E6-4016-AB84-E8ACAADE9D20}"/>
              </a:ext>
            </a:extLst>
          </p:cNvPr>
          <p:cNvSpPr>
            <a:spLocks noGrp="1" noChangeArrowheads="1"/>
          </p:cNvSpPr>
          <p:nvPr>
            <p:ph type="body" idx="1"/>
          </p:nvPr>
        </p:nvSpPr>
        <p:spPr/>
        <p:txBody>
          <a:bodyPr>
            <a:normAutofit fontScale="85000" lnSpcReduction="10000"/>
          </a:bodyPr>
          <a:lstStyle/>
          <a:p>
            <a:r>
              <a:rPr lang="en-US" altLang="en-PK"/>
              <a:t>Dual problem formulation:</a:t>
            </a:r>
          </a:p>
          <a:p>
            <a:endParaRPr lang="en-US" altLang="en-PK"/>
          </a:p>
          <a:p>
            <a:endParaRPr lang="en-US" altLang="en-PK"/>
          </a:p>
          <a:p>
            <a:endParaRPr lang="en-US" altLang="en-PK"/>
          </a:p>
          <a:p>
            <a:endParaRPr lang="en-US" altLang="en-PK"/>
          </a:p>
          <a:p>
            <a:endParaRPr lang="en-US" altLang="en-PK"/>
          </a:p>
          <a:p>
            <a:r>
              <a:rPr lang="en-US" altLang="en-PK"/>
              <a:t>The solution is:</a:t>
            </a:r>
          </a:p>
          <a:p>
            <a:endParaRPr lang="en-US" altLang="en-PK"/>
          </a:p>
          <a:p>
            <a:endParaRPr lang="en-US" altLang="en-PK"/>
          </a:p>
          <a:p>
            <a:endParaRPr lang="en-US" altLang="en-PK"/>
          </a:p>
          <a:p>
            <a:r>
              <a:rPr lang="en-US" altLang="en-PK"/>
              <a:t>Optimization techniques for finding </a:t>
            </a:r>
            <a:r>
              <a:rPr lang="el-GR" altLang="en-PK" i="1">
                <a:cs typeface="Times New Roman" panose="02020603050405020304" pitchFamily="18" charset="0"/>
              </a:rPr>
              <a:t>α</a:t>
            </a:r>
            <a:r>
              <a:rPr lang="en-US" altLang="en-PK" i="1" baseline="-25000">
                <a:cs typeface="Times New Roman" panose="02020603050405020304" pitchFamily="18" charset="0"/>
              </a:rPr>
              <a:t>i</a:t>
            </a:r>
            <a:r>
              <a:rPr lang="en-US" altLang="en-PK" i="1">
                <a:cs typeface="Times New Roman" panose="02020603050405020304" pitchFamily="18" charset="0"/>
              </a:rPr>
              <a:t>’</a:t>
            </a:r>
            <a:r>
              <a:rPr lang="en-US" altLang="en-PK">
                <a:cs typeface="Times New Roman" panose="02020603050405020304" pitchFamily="18" charset="0"/>
              </a:rPr>
              <a:t>s remain the same!</a:t>
            </a:r>
            <a:endParaRPr lang="en-US" altLang="en-PK"/>
          </a:p>
        </p:txBody>
      </p:sp>
      <p:sp>
        <p:nvSpPr>
          <p:cNvPr id="228357" name="Text Box 5">
            <a:extLst>
              <a:ext uri="{FF2B5EF4-FFF2-40B4-BE49-F238E27FC236}">
                <a16:creationId xmlns:a16="http://schemas.microsoft.com/office/drawing/2014/main" id="{0EEF1172-13F6-49E4-AB30-79477355EA0B}"/>
              </a:ext>
            </a:extLst>
          </p:cNvPr>
          <p:cNvSpPr txBox="1">
            <a:spLocks noChangeArrowheads="1"/>
          </p:cNvSpPr>
          <p:nvPr/>
        </p:nvSpPr>
        <p:spPr bwMode="auto">
          <a:xfrm>
            <a:off x="914400" y="1971675"/>
            <a:ext cx="6438900" cy="1457325"/>
          </a:xfrm>
          <a:prstGeom prst="rect">
            <a:avLst/>
          </a:prstGeom>
          <a:noFill/>
          <a:ln w="25400" algn="ctr">
            <a:solidFill>
              <a:srgbClr val="008000"/>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en-US" altLang="en-PK" sz="2000" dirty="0"/>
              <a:t>Find </a:t>
            </a:r>
            <a:r>
              <a:rPr lang="el-GR" altLang="en-PK" sz="2000" i="1" dirty="0">
                <a:cs typeface="Times New Roman" panose="02020603050405020304" pitchFamily="18" charset="0"/>
              </a:rPr>
              <a:t>α</a:t>
            </a:r>
            <a:r>
              <a:rPr lang="en-US" altLang="en-PK" sz="2000" i="1" baseline="-25000" dirty="0">
                <a:cs typeface="Times New Roman" panose="02020603050405020304" pitchFamily="18" charset="0"/>
              </a:rPr>
              <a:t>1</a:t>
            </a:r>
            <a:r>
              <a:rPr lang="en-US" altLang="en-PK" sz="2000" i="1" dirty="0">
                <a:cs typeface="Times New Roman" panose="02020603050405020304" pitchFamily="18" charset="0"/>
              </a:rPr>
              <a:t>…</a:t>
            </a:r>
            <a:r>
              <a:rPr lang="el-GR" altLang="en-PK" sz="2000" i="1" dirty="0">
                <a:cs typeface="Times New Roman" panose="02020603050405020304" pitchFamily="18" charset="0"/>
              </a:rPr>
              <a:t>α</a:t>
            </a:r>
            <a:r>
              <a:rPr lang="en-US" altLang="en-PK" sz="2000" i="1" baseline="-25000" dirty="0">
                <a:cs typeface="Times New Roman" panose="02020603050405020304" pitchFamily="18" charset="0"/>
              </a:rPr>
              <a:t>n</a:t>
            </a:r>
            <a:r>
              <a:rPr lang="en-US" altLang="en-PK" sz="2000" baseline="-25000" dirty="0">
                <a:cs typeface="Times New Roman" panose="02020603050405020304" pitchFamily="18" charset="0"/>
              </a:rPr>
              <a:t> </a:t>
            </a:r>
            <a:r>
              <a:rPr lang="en-US" altLang="en-PK" sz="2000" dirty="0"/>
              <a:t>such that</a:t>
            </a:r>
          </a:p>
          <a:p>
            <a:pPr>
              <a:spcBef>
                <a:spcPct val="0"/>
              </a:spcBef>
            </a:pPr>
            <a:r>
              <a:rPr lang="en-US" altLang="en-PK" sz="2000" b="1" dirty="0">
                <a:cs typeface="Times New Roman" panose="02020603050405020304" pitchFamily="18" charset="0"/>
              </a:rPr>
              <a:t>Q</a:t>
            </a:r>
            <a:r>
              <a:rPr lang="en-US" altLang="en-PK" sz="2000" dirty="0">
                <a:cs typeface="Times New Roman" panose="02020603050405020304" pitchFamily="18" charset="0"/>
              </a:rPr>
              <a:t>(</a:t>
            </a:r>
            <a:r>
              <a:rPr lang="el-GR" altLang="en-PK" sz="2000" b="1" dirty="0"/>
              <a:t>α</a:t>
            </a:r>
            <a:r>
              <a:rPr lang="en-US" altLang="en-PK" sz="2000" dirty="0">
                <a:cs typeface="Times New Roman" panose="02020603050405020304" pitchFamily="18" charset="0"/>
              </a:rPr>
              <a:t>)</a:t>
            </a:r>
            <a:r>
              <a:rPr lang="en-US" altLang="en-PK" sz="2000" b="1" dirty="0">
                <a:cs typeface="Times New Roman" panose="02020603050405020304" pitchFamily="18" charset="0"/>
              </a:rPr>
              <a:t> =</a:t>
            </a:r>
            <a:r>
              <a:rPr lang="el-GR" altLang="en-PK" dirty="0">
                <a:cs typeface="Times New Roman" panose="02020603050405020304" pitchFamily="18" charset="0"/>
              </a:rPr>
              <a:t>Σ</a:t>
            </a:r>
            <a:r>
              <a:rPr lang="el-GR" altLang="en-PK" sz="2000" i="1" dirty="0">
                <a:cs typeface="Times New Roman" panose="02020603050405020304" pitchFamily="18" charset="0"/>
              </a:rPr>
              <a:t>α</a:t>
            </a:r>
            <a:r>
              <a:rPr lang="en-US" altLang="en-PK" sz="2000" i="1" baseline="-25000" dirty="0" err="1">
                <a:cs typeface="Times New Roman" panose="02020603050405020304" pitchFamily="18" charset="0"/>
              </a:rPr>
              <a:t>i</a:t>
            </a:r>
            <a:r>
              <a:rPr lang="en-US" altLang="en-PK" sz="2000" baseline="-25000" dirty="0">
                <a:cs typeface="Times New Roman" panose="02020603050405020304" pitchFamily="18" charset="0"/>
              </a:rPr>
              <a:t>  </a:t>
            </a:r>
            <a:r>
              <a:rPr lang="en-US" altLang="en-PK" sz="2000" dirty="0">
                <a:cs typeface="Times New Roman" panose="02020603050405020304" pitchFamily="18" charset="0"/>
              </a:rPr>
              <a:t>- </a:t>
            </a:r>
            <a:r>
              <a:rPr lang="en-US" altLang="en-PK" sz="2000" b="1" dirty="0">
                <a:cs typeface="Times New Roman" panose="02020603050405020304" pitchFamily="18" charset="0"/>
              </a:rPr>
              <a:t>½</a:t>
            </a:r>
            <a:r>
              <a:rPr lang="el-GR" altLang="en-PK" dirty="0"/>
              <a:t>ΣΣ</a:t>
            </a:r>
            <a:r>
              <a:rPr lang="el-GR" altLang="en-PK" sz="2000" i="1" dirty="0">
                <a:cs typeface="Times New Roman" panose="02020603050405020304" pitchFamily="18" charset="0"/>
              </a:rPr>
              <a:t>α</a:t>
            </a:r>
            <a:r>
              <a:rPr lang="en-US" altLang="en-PK" sz="2000" i="1" baseline="-25000" dirty="0" err="1">
                <a:cs typeface="Times New Roman" panose="02020603050405020304" pitchFamily="18" charset="0"/>
              </a:rPr>
              <a:t>i</a:t>
            </a:r>
            <a:r>
              <a:rPr lang="el-GR" altLang="en-PK" sz="2000" i="1" dirty="0">
                <a:cs typeface="Times New Roman" panose="02020603050405020304" pitchFamily="18" charset="0"/>
              </a:rPr>
              <a:t>α</a:t>
            </a:r>
            <a:r>
              <a:rPr lang="en-US" altLang="en-PK" sz="2000" i="1" baseline="-25000" dirty="0" err="1">
                <a:cs typeface="Times New Roman" panose="02020603050405020304" pitchFamily="18" charset="0"/>
              </a:rPr>
              <a:t>j</a:t>
            </a:r>
            <a:r>
              <a:rPr lang="en-US" altLang="en-PK" sz="2000" i="1" dirty="0" err="1">
                <a:cs typeface="Times New Roman" panose="02020603050405020304" pitchFamily="18" charset="0"/>
              </a:rPr>
              <a:t>y</a:t>
            </a:r>
            <a:r>
              <a:rPr lang="en-US" altLang="en-PK" sz="2000" i="1" baseline="-25000" dirty="0" err="1">
                <a:cs typeface="Times New Roman" panose="02020603050405020304" pitchFamily="18" charset="0"/>
              </a:rPr>
              <a:t>i</a:t>
            </a:r>
            <a:r>
              <a:rPr lang="en-US" altLang="en-PK" sz="2000" i="1" dirty="0" err="1">
                <a:cs typeface="Times New Roman" panose="02020603050405020304" pitchFamily="18" charset="0"/>
              </a:rPr>
              <a:t>y</a:t>
            </a:r>
            <a:r>
              <a:rPr lang="en-US" altLang="en-PK" sz="2000" i="1" baseline="-25000" dirty="0" err="1">
                <a:cs typeface="Times New Roman" panose="02020603050405020304" pitchFamily="18" charset="0"/>
              </a:rPr>
              <a:t>j</a:t>
            </a:r>
            <a:r>
              <a:rPr lang="en-US" altLang="en-PK" sz="2000" i="1" dirty="0" err="1"/>
              <a:t>K</a:t>
            </a:r>
            <a:r>
              <a:rPr lang="en-US" altLang="en-PK" sz="2000" dirty="0"/>
              <a:t>(</a:t>
            </a:r>
            <a:r>
              <a:rPr lang="en-US" altLang="en-PK" sz="2000" b="1" dirty="0"/>
              <a:t>x</a:t>
            </a:r>
            <a:r>
              <a:rPr lang="en-US" altLang="en-PK" sz="2000" i="1" baseline="-25000" dirty="0"/>
              <a:t>i</a:t>
            </a:r>
            <a:r>
              <a:rPr lang="en-US" altLang="en-PK" sz="2000" dirty="0"/>
              <a:t>,</a:t>
            </a:r>
            <a:r>
              <a:rPr lang="en-US" altLang="en-PK" sz="2000" b="1" baseline="-25000" dirty="0"/>
              <a:t> </a:t>
            </a:r>
            <a:r>
              <a:rPr lang="en-US" altLang="en-PK" sz="2000" b="1" dirty="0" err="1"/>
              <a:t>x</a:t>
            </a:r>
            <a:r>
              <a:rPr lang="en-US" altLang="en-PK" sz="2000" i="1" baseline="-25000" dirty="0" err="1"/>
              <a:t>j</a:t>
            </a:r>
            <a:r>
              <a:rPr lang="en-US" altLang="en-PK" sz="2000" dirty="0"/>
              <a:t>)</a:t>
            </a:r>
            <a:r>
              <a:rPr lang="en-US" altLang="en-PK" sz="2000" b="1" dirty="0"/>
              <a:t> </a:t>
            </a:r>
            <a:r>
              <a:rPr lang="en-US" altLang="en-PK" sz="2000" dirty="0"/>
              <a:t>is maximized and </a:t>
            </a:r>
          </a:p>
          <a:p>
            <a:pPr>
              <a:spcBef>
                <a:spcPct val="0"/>
              </a:spcBef>
            </a:pPr>
            <a:r>
              <a:rPr lang="en-US" altLang="en-PK" sz="2000" dirty="0"/>
              <a:t>(1)</a:t>
            </a:r>
            <a:r>
              <a:rPr lang="en-US" altLang="en-PK" dirty="0"/>
              <a:t>  </a:t>
            </a:r>
            <a:r>
              <a:rPr lang="el-GR" altLang="en-PK" dirty="0"/>
              <a:t>Σ</a:t>
            </a:r>
            <a:r>
              <a:rPr lang="el-GR" altLang="en-PK" sz="2000" i="1" dirty="0">
                <a:cs typeface="Times New Roman" panose="02020603050405020304" pitchFamily="18" charset="0"/>
              </a:rPr>
              <a:t>α</a:t>
            </a:r>
            <a:r>
              <a:rPr lang="en-US" altLang="en-PK" sz="2000" i="1" baseline="-25000" dirty="0" err="1">
                <a:cs typeface="Times New Roman" panose="02020603050405020304" pitchFamily="18" charset="0"/>
              </a:rPr>
              <a:t>i</a:t>
            </a:r>
            <a:r>
              <a:rPr lang="en-US" altLang="en-PK" sz="2000" i="1" dirty="0" err="1">
                <a:cs typeface="Times New Roman" panose="02020603050405020304" pitchFamily="18" charset="0"/>
              </a:rPr>
              <a:t>y</a:t>
            </a:r>
            <a:r>
              <a:rPr lang="en-US" altLang="en-PK" sz="2000" i="1" baseline="-25000" dirty="0" err="1">
                <a:cs typeface="Times New Roman" panose="02020603050405020304" pitchFamily="18" charset="0"/>
              </a:rPr>
              <a:t>i</a:t>
            </a:r>
            <a:r>
              <a:rPr lang="en-US" altLang="en-PK" sz="2000" baseline="-25000" dirty="0">
                <a:cs typeface="Times New Roman" panose="02020603050405020304" pitchFamily="18" charset="0"/>
              </a:rPr>
              <a:t> </a:t>
            </a:r>
            <a:r>
              <a:rPr lang="en-US" altLang="en-PK" sz="2000" dirty="0">
                <a:cs typeface="Times New Roman" panose="02020603050405020304" pitchFamily="18" charset="0"/>
              </a:rPr>
              <a:t>= 0</a:t>
            </a:r>
            <a:endParaRPr lang="en-US" altLang="en-PK" sz="2000" dirty="0"/>
          </a:p>
          <a:p>
            <a:pPr>
              <a:spcBef>
                <a:spcPct val="0"/>
              </a:spcBef>
            </a:pPr>
            <a:r>
              <a:rPr lang="en-US" altLang="en-PK" sz="2000" dirty="0"/>
              <a:t>(2) </a:t>
            </a:r>
            <a:r>
              <a:rPr lang="el-GR" altLang="en-PK" sz="2000" i="1" dirty="0">
                <a:cs typeface="Times New Roman" panose="02020603050405020304" pitchFamily="18" charset="0"/>
              </a:rPr>
              <a:t>α</a:t>
            </a:r>
            <a:r>
              <a:rPr lang="en-US" altLang="en-PK" sz="2000" i="1" baseline="-25000" dirty="0" err="1">
                <a:cs typeface="Times New Roman" panose="02020603050405020304" pitchFamily="18" charset="0"/>
              </a:rPr>
              <a:t>i</a:t>
            </a:r>
            <a:r>
              <a:rPr lang="en-US" altLang="en-PK" sz="2000" b="1" dirty="0"/>
              <a:t> </a:t>
            </a:r>
            <a:r>
              <a:rPr lang="en-US" altLang="en-PK" sz="2000" b="1" dirty="0">
                <a:cs typeface="Times New Roman" panose="02020603050405020304" pitchFamily="18" charset="0"/>
              </a:rPr>
              <a:t>≥ </a:t>
            </a:r>
            <a:r>
              <a:rPr lang="en-US" altLang="en-PK" sz="2000" dirty="0">
                <a:cs typeface="Times New Roman" panose="02020603050405020304" pitchFamily="18" charset="0"/>
              </a:rPr>
              <a:t>0 for all </a:t>
            </a:r>
            <a:r>
              <a:rPr lang="el-GR" altLang="en-PK" sz="2000" i="1" dirty="0">
                <a:cs typeface="Times New Roman" panose="02020603050405020304" pitchFamily="18" charset="0"/>
              </a:rPr>
              <a:t>α</a:t>
            </a:r>
            <a:r>
              <a:rPr lang="en-US" altLang="en-PK" sz="2000" i="1" baseline="-25000" dirty="0" err="1">
                <a:cs typeface="Times New Roman" panose="02020603050405020304" pitchFamily="18" charset="0"/>
              </a:rPr>
              <a:t>i</a:t>
            </a:r>
            <a:endParaRPr lang="en-US" altLang="en-PK" sz="2000" i="1" dirty="0">
              <a:cs typeface="Times New Roman" panose="02020603050405020304" pitchFamily="18" charset="0"/>
            </a:endParaRPr>
          </a:p>
        </p:txBody>
      </p:sp>
      <p:sp>
        <p:nvSpPr>
          <p:cNvPr id="228358" name="Text Box 6">
            <a:extLst>
              <a:ext uri="{FF2B5EF4-FFF2-40B4-BE49-F238E27FC236}">
                <a16:creationId xmlns:a16="http://schemas.microsoft.com/office/drawing/2014/main" id="{0326605D-4E74-4E0E-B6AD-B3AFC5F3AA5E}"/>
              </a:ext>
            </a:extLst>
          </p:cNvPr>
          <p:cNvSpPr txBox="1">
            <a:spLocks noChangeArrowheads="1"/>
          </p:cNvSpPr>
          <p:nvPr/>
        </p:nvSpPr>
        <p:spPr bwMode="auto">
          <a:xfrm>
            <a:off x="914400" y="4536281"/>
            <a:ext cx="2781300" cy="482600"/>
          </a:xfrm>
          <a:prstGeom prst="rect">
            <a:avLst/>
          </a:prstGeom>
          <a:noFill/>
          <a:ln w="25400" algn="ctr">
            <a:solidFill>
              <a:srgbClr val="008000"/>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en-US" altLang="en-PK" sz="2000" i="1"/>
              <a:t>f</a:t>
            </a:r>
            <a:r>
              <a:rPr lang="en-US" altLang="en-PK" sz="2000"/>
              <a:t>(</a:t>
            </a:r>
            <a:r>
              <a:rPr lang="en-US" altLang="en-PK" sz="2000" b="1"/>
              <a:t>x</a:t>
            </a:r>
            <a:r>
              <a:rPr lang="en-US" altLang="en-PK" sz="2000"/>
              <a:t>) = </a:t>
            </a:r>
            <a:r>
              <a:rPr lang="el-GR" altLang="en-PK">
                <a:cs typeface="Times New Roman" panose="02020603050405020304" pitchFamily="18" charset="0"/>
              </a:rPr>
              <a:t>Σ</a:t>
            </a:r>
            <a:r>
              <a:rPr lang="el-GR" altLang="en-PK" sz="2000" i="1">
                <a:cs typeface="Times New Roman" panose="02020603050405020304" pitchFamily="18" charset="0"/>
              </a:rPr>
              <a:t>α</a:t>
            </a:r>
            <a:r>
              <a:rPr lang="en-US" altLang="en-PK" sz="2000" i="1" baseline="-25000">
                <a:cs typeface="Times New Roman" panose="02020603050405020304" pitchFamily="18" charset="0"/>
              </a:rPr>
              <a:t>i</a:t>
            </a:r>
            <a:r>
              <a:rPr lang="en-US" altLang="en-PK" sz="2000" i="1">
                <a:cs typeface="Times New Roman" panose="02020603050405020304" pitchFamily="18" charset="0"/>
              </a:rPr>
              <a:t>y</a:t>
            </a:r>
            <a:r>
              <a:rPr lang="en-US" altLang="en-PK" sz="2000" i="1" baseline="-25000">
                <a:cs typeface="Times New Roman" panose="02020603050405020304" pitchFamily="18" charset="0"/>
              </a:rPr>
              <a:t>i</a:t>
            </a:r>
            <a:r>
              <a:rPr lang="en-US" altLang="en-PK" sz="2000" i="1"/>
              <a:t>K</a:t>
            </a:r>
            <a:r>
              <a:rPr lang="en-US" altLang="en-PK" sz="2000"/>
              <a:t>(</a:t>
            </a:r>
            <a:r>
              <a:rPr lang="en-US" altLang="en-PK" sz="2000" b="1"/>
              <a:t>x</a:t>
            </a:r>
            <a:r>
              <a:rPr lang="en-US" altLang="en-PK" sz="2000" i="1" baseline="-25000"/>
              <a:t>i</a:t>
            </a:r>
            <a:r>
              <a:rPr lang="en-US" altLang="en-PK" sz="2000"/>
              <a:t>,</a:t>
            </a:r>
            <a:r>
              <a:rPr lang="en-US" altLang="en-PK" sz="2000" b="1" baseline="-25000"/>
              <a:t> </a:t>
            </a:r>
            <a:r>
              <a:rPr lang="en-US" altLang="en-PK" sz="2000" b="1"/>
              <a:t>x</a:t>
            </a:r>
            <a:r>
              <a:rPr lang="en-US" altLang="en-PK" sz="2000" i="1" baseline="-25000"/>
              <a:t>j</a:t>
            </a:r>
            <a:r>
              <a:rPr lang="en-US" altLang="en-PK" sz="2000"/>
              <a:t>)</a:t>
            </a:r>
            <a:r>
              <a:rPr lang="en-US" altLang="en-PK" sz="2000" b="1"/>
              <a:t>+ </a:t>
            </a:r>
            <a:r>
              <a:rPr lang="en-US" altLang="en-PK" sz="2000" i="1"/>
              <a:t>b</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Content Placeholder 1">
                <a:extLst>
                  <a:ext uri="{FF2B5EF4-FFF2-40B4-BE49-F238E27FC236}">
                    <a16:creationId xmlns:a16="http://schemas.microsoft.com/office/drawing/2014/main" id="{064439EB-B349-44EB-8814-181D20E606D7}"/>
                  </a:ext>
                </a:extLst>
              </p:cNvPr>
              <p:cNvSpPr>
                <a:spLocks noGrp="1"/>
              </p:cNvSpPr>
              <p:nvPr>
                <p:ph idx="1"/>
              </p:nvPr>
            </p:nvSpPr>
            <p:spPr/>
            <p:txBody>
              <a:bodyPr/>
              <a:lstStyle/>
              <a:p>
                <a:r>
                  <a:rPr lang="en-US" b="0" i="0" dirty="0">
                    <a:solidFill>
                      <a:srgbClr val="292929"/>
                    </a:solidFill>
                    <a:effectLst/>
                    <a:latin typeface="charter"/>
                  </a:rPr>
                  <a:t>SVM can solve </a:t>
                </a:r>
                <a:r>
                  <a:rPr lang="en-US" b="0" i="0" dirty="0">
                    <a:solidFill>
                      <a:srgbClr val="FF0000"/>
                    </a:solidFill>
                    <a:effectLst/>
                    <a:latin typeface="charter"/>
                  </a:rPr>
                  <a:t>binary classification </a:t>
                </a:r>
                <a:r>
                  <a:rPr lang="en-US" b="0" i="0" dirty="0">
                    <a:solidFill>
                      <a:srgbClr val="292929"/>
                    </a:solidFill>
                    <a:effectLst/>
                    <a:latin typeface="charter"/>
                  </a:rPr>
                  <a:t>problems</a:t>
                </a:r>
              </a:p>
              <a:p>
                <a:r>
                  <a:rPr lang="en-US" dirty="0">
                    <a:solidFill>
                      <a:srgbClr val="292929"/>
                    </a:solidFill>
                    <a:latin typeface="charter"/>
                  </a:rPr>
                  <a:t>Multiclass classification problems can be broken down into </a:t>
                </a:r>
                <a:r>
                  <a:rPr lang="en-US" dirty="0">
                    <a:solidFill>
                      <a:srgbClr val="00B0F0"/>
                    </a:solidFill>
                    <a:latin typeface="charter"/>
                  </a:rPr>
                  <a:t>multiple binary classification problems</a:t>
                </a:r>
              </a:p>
              <a:p>
                <a:pPr lvl="1"/>
                <a:r>
                  <a:rPr lang="en-US" b="0" i="1" dirty="0">
                    <a:solidFill>
                      <a:srgbClr val="002060"/>
                    </a:solidFill>
                    <a:effectLst/>
                    <a:latin typeface="charter"/>
                  </a:rPr>
                  <a:t>one-vs-one</a:t>
                </a:r>
              </a:p>
              <a:p>
                <a:pPr lvl="1"/>
                <a:r>
                  <a:rPr lang="en-US" b="0" i="1" dirty="0">
                    <a:solidFill>
                      <a:srgbClr val="002060"/>
                    </a:solidFill>
                    <a:effectLst/>
                    <a:latin typeface="charter"/>
                  </a:rPr>
                  <a:t>one-vs-rest</a:t>
                </a:r>
              </a:p>
              <a:p>
                <a:r>
                  <a:rPr lang="en-US" b="0" i="0" dirty="0">
                    <a:solidFill>
                      <a:srgbClr val="292929"/>
                    </a:solidFill>
                    <a:effectLst/>
                    <a:latin typeface="charter"/>
                  </a:rPr>
                  <a:t>The </a:t>
                </a:r>
                <a:r>
                  <a:rPr lang="en-US" b="0" i="0" dirty="0">
                    <a:solidFill>
                      <a:srgbClr val="00B050"/>
                    </a:solidFill>
                    <a:effectLst/>
                    <a:latin typeface="charter"/>
                  </a:rPr>
                  <a:t>number of classifiers</a:t>
                </a:r>
                <a:r>
                  <a:rPr lang="en-US" i="1" dirty="0">
                    <a:solidFill>
                      <a:srgbClr val="00B050"/>
                    </a:solidFill>
                    <a:latin typeface="charter"/>
                  </a:rPr>
                  <a:t> needed to train </a:t>
                </a:r>
                <a:r>
                  <a:rPr lang="en-US" i="1" dirty="0">
                    <a:solidFill>
                      <a:srgbClr val="292929"/>
                    </a:solidFill>
                    <a:latin typeface="charter"/>
                  </a:rPr>
                  <a:t>for n number of classes is:</a:t>
                </a:r>
              </a:p>
              <a:p>
                <a:pPr marL="0" indent="0">
                  <a:buNone/>
                </a:pPr>
                <a14:m>
                  <m:oMathPara xmlns:m="http://schemas.openxmlformats.org/officeDocument/2006/math">
                    <m:oMathParaPr>
                      <m:jc m:val="centerGroup"/>
                    </m:oMathParaPr>
                    <m:oMath xmlns:m="http://schemas.openxmlformats.org/officeDocument/2006/math">
                      <m:f>
                        <m:fPr>
                          <m:ctrlPr>
                            <a:rPr lang="en-PK" sz="3200" i="1" smtClean="0">
                              <a:effectLst/>
                              <a:latin typeface="Cambria Math" panose="02040503050406030204" pitchFamily="18" charset="0"/>
                              <a:ea typeface="Calibri" panose="020F0502020204030204" pitchFamily="34" charset="0"/>
                              <a:cs typeface="Arial" panose="020B0604020202020204" pitchFamily="34" charset="0"/>
                            </a:rPr>
                          </m:ctrlPr>
                        </m:fPr>
                        <m:num>
                          <m:r>
                            <a:rPr lang="en-PK" sz="3200" i="1">
                              <a:effectLst/>
                              <a:latin typeface="Cambria Math" panose="02040503050406030204" pitchFamily="18" charset="0"/>
                              <a:ea typeface="Calibri" panose="020F0502020204030204" pitchFamily="34" charset="0"/>
                              <a:cs typeface="Arial" panose="020B0604020202020204" pitchFamily="34" charset="0"/>
                            </a:rPr>
                            <m:t>𝑛</m:t>
                          </m:r>
                          <m:r>
                            <a:rPr lang="en-PK" sz="3200" i="1">
                              <a:effectLst/>
                              <a:latin typeface="Cambria Math" panose="02040503050406030204" pitchFamily="18" charset="0"/>
                              <a:ea typeface="Calibri" panose="020F0502020204030204" pitchFamily="34" charset="0"/>
                              <a:cs typeface="Arial" panose="020B0604020202020204" pitchFamily="34" charset="0"/>
                            </a:rPr>
                            <m:t>∗(</m:t>
                          </m:r>
                          <m:r>
                            <a:rPr lang="en-PK" sz="3200" i="1">
                              <a:effectLst/>
                              <a:latin typeface="Cambria Math" panose="02040503050406030204" pitchFamily="18" charset="0"/>
                              <a:ea typeface="Calibri" panose="020F0502020204030204" pitchFamily="34" charset="0"/>
                              <a:cs typeface="Arial" panose="020B0604020202020204" pitchFamily="34" charset="0"/>
                            </a:rPr>
                            <m:t>𝑛</m:t>
                          </m:r>
                          <m:r>
                            <a:rPr lang="en-PK" sz="3200" i="1">
                              <a:effectLst/>
                              <a:latin typeface="Cambria Math" panose="02040503050406030204" pitchFamily="18" charset="0"/>
                              <a:ea typeface="Calibri" panose="020F0502020204030204" pitchFamily="34" charset="0"/>
                              <a:cs typeface="Arial" panose="020B0604020202020204" pitchFamily="34" charset="0"/>
                            </a:rPr>
                            <m:t>−1)</m:t>
                          </m:r>
                        </m:num>
                        <m:den>
                          <m:r>
                            <a:rPr lang="en-PK" sz="3200" i="1">
                              <a:effectLst/>
                              <a:latin typeface="Cambria Math" panose="02040503050406030204" pitchFamily="18" charset="0"/>
                              <a:ea typeface="Calibri" panose="020F0502020204030204" pitchFamily="34" charset="0"/>
                              <a:cs typeface="Arial" panose="020B0604020202020204" pitchFamily="34" charset="0"/>
                            </a:rPr>
                            <m:t>2</m:t>
                          </m:r>
                        </m:den>
                      </m:f>
                    </m:oMath>
                  </m:oMathPara>
                </a14:m>
                <a:endParaRPr lang="en-PK" sz="1800" dirty="0">
                  <a:effectLst/>
                  <a:latin typeface="Calibri" panose="020F0502020204030204" pitchFamily="34" charset="0"/>
                  <a:ea typeface="Calibri" panose="020F0502020204030204" pitchFamily="34" charset="0"/>
                  <a:cs typeface="Arial" panose="020B0604020202020204" pitchFamily="34" charset="0"/>
                </a:endParaRPr>
              </a:p>
              <a:p>
                <a:endParaRPr lang="en-US" dirty="0">
                  <a:solidFill>
                    <a:srgbClr val="292929"/>
                  </a:solidFill>
                  <a:latin typeface="charter"/>
                </a:endParaRPr>
              </a:p>
            </p:txBody>
          </p:sp>
        </mc:Choice>
        <mc:Fallback>
          <p:sp>
            <p:nvSpPr>
              <p:cNvPr id="2" name="Content Placeholder 1">
                <a:extLst>
                  <a:ext uri="{FF2B5EF4-FFF2-40B4-BE49-F238E27FC236}">
                    <a16:creationId xmlns:a16="http://schemas.microsoft.com/office/drawing/2014/main" id="{064439EB-B349-44EB-8814-181D20E606D7}"/>
                  </a:ext>
                </a:extLst>
              </p:cNvPr>
              <p:cNvSpPr>
                <a:spLocks noGrp="1" noRot="1" noChangeAspect="1" noMove="1" noResize="1" noEditPoints="1" noAdjustHandles="1" noChangeArrowheads="1" noChangeShapeType="1" noTextEdit="1"/>
              </p:cNvSpPr>
              <p:nvPr>
                <p:ph idx="1"/>
              </p:nvPr>
            </p:nvSpPr>
            <p:spPr>
              <a:blipFill>
                <a:blip r:embed="rId2"/>
                <a:stretch>
                  <a:fillRect l="-1333" t="-1348"/>
                </a:stretch>
              </a:blipFill>
            </p:spPr>
            <p:txBody>
              <a:bodyPr/>
              <a:lstStyle/>
              <a:p>
                <a:r>
                  <a:rPr lang="en-US">
                    <a:noFill/>
                  </a:rPr>
                  <a:t> </a:t>
                </a:r>
              </a:p>
            </p:txBody>
          </p:sp>
        </mc:Fallback>
      </mc:AlternateContent>
      <p:sp>
        <p:nvSpPr>
          <p:cNvPr id="3" name="Date Placeholder 2">
            <a:extLst>
              <a:ext uri="{FF2B5EF4-FFF2-40B4-BE49-F238E27FC236}">
                <a16:creationId xmlns:a16="http://schemas.microsoft.com/office/drawing/2014/main" id="{4F6945BE-BBBC-49F9-956A-F4D2105A4438}"/>
              </a:ext>
            </a:extLst>
          </p:cNvPr>
          <p:cNvSpPr>
            <a:spLocks noGrp="1"/>
          </p:cNvSpPr>
          <p:nvPr>
            <p:ph type="dt" sz="half" idx="10"/>
          </p:nvPr>
        </p:nvSpPr>
        <p:spPr/>
        <p:txBody>
          <a:bodyPr/>
          <a:lstStyle/>
          <a:p>
            <a:fld id="{7E9FBCE9-25A6-4D5C-B901-F07078CFAB46}" type="datetime1">
              <a:rPr lang="en-US" smtClean="0"/>
              <a:t>3/21/2022</a:t>
            </a:fld>
            <a:endParaRPr lang="en-US"/>
          </a:p>
        </p:txBody>
      </p:sp>
      <p:sp>
        <p:nvSpPr>
          <p:cNvPr id="4" name="Footer Placeholder 3">
            <a:extLst>
              <a:ext uri="{FF2B5EF4-FFF2-40B4-BE49-F238E27FC236}">
                <a16:creationId xmlns:a16="http://schemas.microsoft.com/office/drawing/2014/main" id="{FFCCF3BB-EDF6-464D-975C-CD318CD63E4A}"/>
              </a:ext>
            </a:extLst>
          </p:cNvPr>
          <p:cNvSpPr>
            <a:spLocks noGrp="1"/>
          </p:cNvSpPr>
          <p:nvPr>
            <p:ph type="ftr" sz="quarter" idx="11"/>
          </p:nvPr>
        </p:nvSpPr>
        <p:spPr/>
        <p:txBody>
          <a:bodyPr/>
          <a:lstStyle/>
          <a:p>
            <a:r>
              <a:rPr lang="en-US"/>
              <a:t>Presented by    Dr. AKHTAR JAMIL </a:t>
            </a:r>
            <a:endParaRPr lang="en-US" dirty="0"/>
          </a:p>
        </p:txBody>
      </p:sp>
      <p:sp>
        <p:nvSpPr>
          <p:cNvPr id="5" name="Slide Number Placeholder 4">
            <a:extLst>
              <a:ext uri="{FF2B5EF4-FFF2-40B4-BE49-F238E27FC236}">
                <a16:creationId xmlns:a16="http://schemas.microsoft.com/office/drawing/2014/main" id="{BD3212D3-41FF-4467-BDD5-1CDBE24F7ADD}"/>
              </a:ext>
            </a:extLst>
          </p:cNvPr>
          <p:cNvSpPr>
            <a:spLocks noGrp="1"/>
          </p:cNvSpPr>
          <p:nvPr>
            <p:ph type="sldNum" sz="quarter" idx="12"/>
          </p:nvPr>
        </p:nvSpPr>
        <p:spPr/>
        <p:txBody>
          <a:bodyPr/>
          <a:lstStyle/>
          <a:p>
            <a:fld id="{B6F15528-21DE-4FAA-801E-634DDDAF4B2B}" type="slidenum">
              <a:rPr lang="en-US" smtClean="0"/>
              <a:pPr/>
              <a:t>20</a:t>
            </a:fld>
            <a:endParaRPr lang="en-US"/>
          </a:p>
        </p:txBody>
      </p:sp>
      <p:sp>
        <p:nvSpPr>
          <p:cNvPr id="6" name="Title 5">
            <a:extLst>
              <a:ext uri="{FF2B5EF4-FFF2-40B4-BE49-F238E27FC236}">
                <a16:creationId xmlns:a16="http://schemas.microsoft.com/office/drawing/2014/main" id="{CAC0645E-9BFE-4B55-8C92-1C580CA1F23D}"/>
              </a:ext>
            </a:extLst>
          </p:cNvPr>
          <p:cNvSpPr>
            <a:spLocks noGrp="1"/>
          </p:cNvSpPr>
          <p:nvPr>
            <p:ph type="title"/>
          </p:nvPr>
        </p:nvSpPr>
        <p:spPr/>
        <p:txBody>
          <a:bodyPr/>
          <a:lstStyle/>
          <a:p>
            <a:r>
              <a:rPr lang="en-US" b="1" i="0" dirty="0">
                <a:solidFill>
                  <a:srgbClr val="292929"/>
                </a:solidFill>
                <a:effectLst/>
                <a:latin typeface="sohne"/>
              </a:rPr>
              <a:t>Multiclass Classification</a:t>
            </a:r>
            <a:endParaRPr lang="en-US" dirty="0"/>
          </a:p>
        </p:txBody>
      </p:sp>
    </p:spTree>
    <p:extLst>
      <p:ext uri="{BB962C8B-B14F-4D97-AF65-F5344CB8AC3E}">
        <p14:creationId xmlns:p14="http://schemas.microsoft.com/office/powerpoint/2010/main" val="9499952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98E408B-7DE6-4CAB-9FE9-BA52723A4821}"/>
              </a:ext>
            </a:extLst>
          </p:cNvPr>
          <p:cNvSpPr>
            <a:spLocks noGrp="1"/>
          </p:cNvSpPr>
          <p:nvPr>
            <p:ph idx="1"/>
          </p:nvPr>
        </p:nvSpPr>
        <p:spPr/>
        <p:txBody>
          <a:bodyPr>
            <a:normAutofit lnSpcReduction="10000"/>
          </a:bodyPr>
          <a:lstStyle/>
          <a:p>
            <a:pPr algn="l">
              <a:buFont typeface="Arial" panose="020B0604020202020204" pitchFamily="34" charset="0"/>
              <a:buChar char="•"/>
            </a:pPr>
            <a:r>
              <a:rPr lang="en-US" b="0" i="0" dirty="0">
                <a:solidFill>
                  <a:srgbClr val="00B0F0"/>
                </a:solidFill>
                <a:effectLst/>
                <a:latin typeface="-apple-system"/>
              </a:rPr>
              <a:t>Effective in high </a:t>
            </a:r>
            <a:r>
              <a:rPr lang="en-US" b="0" i="0" dirty="0">
                <a:solidFill>
                  <a:srgbClr val="212529"/>
                </a:solidFill>
                <a:effectLst/>
                <a:latin typeface="-apple-system"/>
              </a:rPr>
              <a:t>dimensional spaces.</a:t>
            </a:r>
          </a:p>
          <a:p>
            <a:pPr algn="l">
              <a:buFont typeface="Arial" panose="020B0604020202020204" pitchFamily="34" charset="0"/>
              <a:buChar char="•"/>
            </a:pPr>
            <a:r>
              <a:rPr lang="en-US" b="0" i="0" dirty="0">
                <a:solidFill>
                  <a:srgbClr val="212529"/>
                </a:solidFill>
                <a:effectLst/>
                <a:latin typeface="-apple-system"/>
              </a:rPr>
              <a:t>Still effective in cases where </a:t>
            </a:r>
            <a:r>
              <a:rPr lang="en-US" b="0" i="0" dirty="0">
                <a:solidFill>
                  <a:srgbClr val="00B0F0"/>
                </a:solidFill>
                <a:effectLst/>
                <a:latin typeface="-apple-system"/>
              </a:rPr>
              <a:t>number of dimensions </a:t>
            </a:r>
            <a:r>
              <a:rPr lang="en-US" b="0" i="0" dirty="0">
                <a:solidFill>
                  <a:srgbClr val="212529"/>
                </a:solidFill>
                <a:effectLst/>
                <a:latin typeface="-apple-system"/>
              </a:rPr>
              <a:t>is greater than the </a:t>
            </a:r>
            <a:r>
              <a:rPr lang="en-US" b="0" i="0" dirty="0">
                <a:solidFill>
                  <a:srgbClr val="FF0000"/>
                </a:solidFill>
                <a:effectLst/>
                <a:latin typeface="-apple-system"/>
              </a:rPr>
              <a:t>number of samples</a:t>
            </a:r>
            <a:r>
              <a:rPr lang="en-US" b="0" i="0" dirty="0">
                <a:solidFill>
                  <a:srgbClr val="212529"/>
                </a:solidFill>
                <a:effectLst/>
                <a:latin typeface="-apple-system"/>
              </a:rPr>
              <a:t>.</a:t>
            </a:r>
          </a:p>
          <a:p>
            <a:pPr algn="l">
              <a:buFont typeface="Arial" panose="020B0604020202020204" pitchFamily="34" charset="0"/>
              <a:buChar char="•"/>
            </a:pPr>
            <a:r>
              <a:rPr lang="en-US" b="0" i="0" dirty="0">
                <a:solidFill>
                  <a:srgbClr val="212529"/>
                </a:solidFill>
                <a:effectLst/>
                <a:latin typeface="-apple-system"/>
              </a:rPr>
              <a:t>Can deal with imbalanced data</a:t>
            </a:r>
          </a:p>
          <a:p>
            <a:pPr algn="l">
              <a:buFont typeface="Arial" panose="020B0604020202020204" pitchFamily="34" charset="0"/>
              <a:buChar char="•"/>
            </a:pPr>
            <a:r>
              <a:rPr lang="en-US" b="0" i="0" dirty="0">
                <a:solidFill>
                  <a:srgbClr val="212529"/>
                </a:solidFill>
                <a:effectLst/>
                <a:latin typeface="-apple-system"/>
              </a:rPr>
              <a:t>It is </a:t>
            </a:r>
            <a:r>
              <a:rPr lang="en-US" b="0" i="0" dirty="0">
                <a:solidFill>
                  <a:srgbClr val="00B050"/>
                </a:solidFill>
                <a:effectLst/>
                <a:latin typeface="-apple-system"/>
              </a:rPr>
              <a:t>memory efficient </a:t>
            </a:r>
            <a:r>
              <a:rPr lang="en-US" b="0" i="0" dirty="0">
                <a:solidFill>
                  <a:srgbClr val="212529"/>
                </a:solidFill>
                <a:effectLst/>
                <a:latin typeface="-apple-system"/>
              </a:rPr>
              <a:t>as it uses a subset of training points in the decision function (called support vectors).</a:t>
            </a:r>
          </a:p>
          <a:p>
            <a:pPr algn="l">
              <a:buFont typeface="Arial" panose="020B0604020202020204" pitchFamily="34" charset="0"/>
              <a:buChar char="•"/>
            </a:pPr>
            <a:r>
              <a:rPr lang="en-US" b="0" i="0" dirty="0">
                <a:solidFill>
                  <a:srgbClr val="212529"/>
                </a:solidFill>
                <a:effectLst/>
                <a:latin typeface="-apple-system"/>
              </a:rPr>
              <a:t>Different </a:t>
            </a:r>
            <a:r>
              <a:rPr lang="en-US" b="0" i="0" u="none" strike="noStrike" dirty="0">
                <a:solidFill>
                  <a:srgbClr val="2878A2"/>
                </a:solidFill>
                <a:effectLst/>
                <a:latin typeface="-apple-system"/>
              </a:rPr>
              <a:t>Kernel functions</a:t>
            </a:r>
            <a:r>
              <a:rPr lang="en-US" b="0" i="0" dirty="0">
                <a:solidFill>
                  <a:srgbClr val="212529"/>
                </a:solidFill>
                <a:effectLst/>
                <a:latin typeface="-apple-system"/>
              </a:rPr>
              <a:t> can be used input transformation</a:t>
            </a:r>
          </a:p>
          <a:p>
            <a:pPr lvl="1">
              <a:buFont typeface="Arial" panose="020B0604020202020204" pitchFamily="34" charset="0"/>
              <a:buChar char="•"/>
            </a:pPr>
            <a:r>
              <a:rPr lang="en-US" b="0" i="0" dirty="0">
                <a:solidFill>
                  <a:srgbClr val="212529"/>
                </a:solidFill>
                <a:effectLst/>
                <a:latin typeface="-apple-system"/>
              </a:rPr>
              <a:t>Versatility</a:t>
            </a:r>
          </a:p>
          <a:p>
            <a:endParaRPr lang="en-US" dirty="0"/>
          </a:p>
        </p:txBody>
      </p:sp>
      <p:sp>
        <p:nvSpPr>
          <p:cNvPr id="3" name="Date Placeholder 2">
            <a:extLst>
              <a:ext uri="{FF2B5EF4-FFF2-40B4-BE49-F238E27FC236}">
                <a16:creationId xmlns:a16="http://schemas.microsoft.com/office/drawing/2014/main" id="{6BD61315-3BFF-44FC-BFA8-7D10EBEDFD17}"/>
              </a:ext>
            </a:extLst>
          </p:cNvPr>
          <p:cNvSpPr>
            <a:spLocks noGrp="1"/>
          </p:cNvSpPr>
          <p:nvPr>
            <p:ph type="dt" sz="half" idx="10"/>
          </p:nvPr>
        </p:nvSpPr>
        <p:spPr/>
        <p:txBody>
          <a:bodyPr/>
          <a:lstStyle/>
          <a:p>
            <a:fld id="{7E9FBCE9-25A6-4D5C-B901-F07078CFAB46}" type="datetime1">
              <a:rPr lang="en-US" smtClean="0"/>
              <a:t>3/21/2022</a:t>
            </a:fld>
            <a:endParaRPr lang="en-US"/>
          </a:p>
        </p:txBody>
      </p:sp>
      <p:sp>
        <p:nvSpPr>
          <p:cNvPr id="4" name="Footer Placeholder 3">
            <a:extLst>
              <a:ext uri="{FF2B5EF4-FFF2-40B4-BE49-F238E27FC236}">
                <a16:creationId xmlns:a16="http://schemas.microsoft.com/office/drawing/2014/main" id="{63B29625-B2BB-4A74-BE68-D00A01D553C3}"/>
              </a:ext>
            </a:extLst>
          </p:cNvPr>
          <p:cNvSpPr>
            <a:spLocks noGrp="1"/>
          </p:cNvSpPr>
          <p:nvPr>
            <p:ph type="ftr" sz="quarter" idx="11"/>
          </p:nvPr>
        </p:nvSpPr>
        <p:spPr/>
        <p:txBody>
          <a:bodyPr/>
          <a:lstStyle/>
          <a:p>
            <a:r>
              <a:rPr lang="en-US"/>
              <a:t>Presented by    Dr. AKHTAR JAMIL </a:t>
            </a:r>
            <a:endParaRPr lang="en-US" dirty="0"/>
          </a:p>
        </p:txBody>
      </p:sp>
      <p:sp>
        <p:nvSpPr>
          <p:cNvPr id="5" name="Slide Number Placeholder 4">
            <a:extLst>
              <a:ext uri="{FF2B5EF4-FFF2-40B4-BE49-F238E27FC236}">
                <a16:creationId xmlns:a16="http://schemas.microsoft.com/office/drawing/2014/main" id="{F527EFCC-E2B7-41F4-8791-EEB935FE4B34}"/>
              </a:ext>
            </a:extLst>
          </p:cNvPr>
          <p:cNvSpPr>
            <a:spLocks noGrp="1"/>
          </p:cNvSpPr>
          <p:nvPr>
            <p:ph type="sldNum" sz="quarter" idx="12"/>
          </p:nvPr>
        </p:nvSpPr>
        <p:spPr/>
        <p:txBody>
          <a:bodyPr/>
          <a:lstStyle/>
          <a:p>
            <a:fld id="{B6F15528-21DE-4FAA-801E-634DDDAF4B2B}" type="slidenum">
              <a:rPr lang="en-US" smtClean="0"/>
              <a:pPr/>
              <a:t>21</a:t>
            </a:fld>
            <a:endParaRPr lang="en-US"/>
          </a:p>
        </p:txBody>
      </p:sp>
      <p:sp>
        <p:nvSpPr>
          <p:cNvPr id="6" name="Title 5">
            <a:extLst>
              <a:ext uri="{FF2B5EF4-FFF2-40B4-BE49-F238E27FC236}">
                <a16:creationId xmlns:a16="http://schemas.microsoft.com/office/drawing/2014/main" id="{86A956BE-FB68-4E11-86A6-A904CEF91368}"/>
              </a:ext>
            </a:extLst>
          </p:cNvPr>
          <p:cNvSpPr>
            <a:spLocks noGrp="1"/>
          </p:cNvSpPr>
          <p:nvPr>
            <p:ph type="title"/>
          </p:nvPr>
        </p:nvSpPr>
        <p:spPr/>
        <p:txBody>
          <a:bodyPr/>
          <a:lstStyle/>
          <a:p>
            <a:r>
              <a:rPr lang="en-US" dirty="0"/>
              <a:t>Advantages of SVM</a:t>
            </a:r>
          </a:p>
        </p:txBody>
      </p:sp>
    </p:spTree>
    <p:extLst>
      <p:ext uri="{BB962C8B-B14F-4D97-AF65-F5344CB8AC3E}">
        <p14:creationId xmlns:p14="http://schemas.microsoft.com/office/powerpoint/2010/main" val="40458921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488163D-C697-4E21-9588-1C08BBEBFDE6}"/>
              </a:ext>
            </a:extLst>
          </p:cNvPr>
          <p:cNvSpPr>
            <a:spLocks noGrp="1"/>
          </p:cNvSpPr>
          <p:nvPr>
            <p:ph idx="1"/>
          </p:nvPr>
        </p:nvSpPr>
        <p:spPr/>
        <p:txBody>
          <a:bodyPr>
            <a:normAutofit lnSpcReduction="10000"/>
          </a:bodyPr>
          <a:lstStyle/>
          <a:p>
            <a:r>
              <a:rPr lang="en-US" dirty="0"/>
              <a:t>In some situation, we might know some classes are more important than others, e.g. for detecting covid, we are more interested in COVID cases then the other two classes (normal or pneumonia)</a:t>
            </a:r>
          </a:p>
          <a:p>
            <a:r>
              <a:rPr lang="en-US" dirty="0"/>
              <a:t>In this situation we can </a:t>
            </a:r>
            <a:r>
              <a:rPr lang="en-US" b="0" i="0" dirty="0">
                <a:solidFill>
                  <a:srgbClr val="212529"/>
                </a:solidFill>
                <a:effectLst/>
                <a:latin typeface="-apple-system"/>
              </a:rPr>
              <a:t>give more importance to certain classes</a:t>
            </a:r>
          </a:p>
          <a:p>
            <a:r>
              <a:rPr lang="en-US" dirty="0">
                <a:solidFill>
                  <a:srgbClr val="212529"/>
                </a:solidFill>
                <a:latin typeface="-apple-system"/>
              </a:rPr>
              <a:t>Explore the concepts: </a:t>
            </a:r>
            <a:r>
              <a:rPr lang="en-PK" altLang="en-PK" dirty="0" err="1">
                <a:solidFill>
                  <a:srgbClr val="212529"/>
                </a:solidFill>
                <a:latin typeface="-apple-system"/>
              </a:rPr>
              <a:t>class_weight</a:t>
            </a:r>
            <a:r>
              <a:rPr lang="en-PK" altLang="en-PK" dirty="0">
                <a:solidFill>
                  <a:srgbClr val="212529"/>
                </a:solidFill>
                <a:latin typeface="-apple-system"/>
              </a:rPr>
              <a:t> </a:t>
            </a:r>
            <a:r>
              <a:rPr lang="en-US" altLang="en-PK" dirty="0">
                <a:solidFill>
                  <a:srgbClr val="212529"/>
                </a:solidFill>
                <a:latin typeface="-apple-system"/>
              </a:rPr>
              <a:t>&amp;</a:t>
            </a:r>
            <a:r>
              <a:rPr lang="en-PK" altLang="en-PK" dirty="0">
                <a:solidFill>
                  <a:srgbClr val="212529"/>
                </a:solidFill>
                <a:latin typeface="-apple-system"/>
              </a:rPr>
              <a:t> </a:t>
            </a:r>
            <a:r>
              <a:rPr lang="en-PK" altLang="en-PK" dirty="0" err="1">
                <a:solidFill>
                  <a:srgbClr val="212529"/>
                </a:solidFill>
                <a:latin typeface="-apple-system"/>
              </a:rPr>
              <a:t>sample_weight</a:t>
            </a:r>
            <a:r>
              <a:rPr lang="en-PK" altLang="en-PK" dirty="0">
                <a:solidFill>
                  <a:srgbClr val="212529"/>
                </a:solidFill>
                <a:latin typeface="-apple-system"/>
              </a:rPr>
              <a:t> </a:t>
            </a:r>
            <a:r>
              <a:rPr lang="en-US" altLang="en-PK" dirty="0">
                <a:solidFill>
                  <a:srgbClr val="212529"/>
                </a:solidFill>
                <a:latin typeface="-apple-system"/>
              </a:rPr>
              <a:t> provided in </a:t>
            </a:r>
            <a:r>
              <a:rPr lang="en-US" altLang="en-PK" dirty="0" err="1">
                <a:solidFill>
                  <a:srgbClr val="212529"/>
                </a:solidFill>
                <a:latin typeface="-apple-system"/>
              </a:rPr>
              <a:t>scikitlrean</a:t>
            </a:r>
            <a:r>
              <a:rPr lang="en-US" altLang="en-PK" dirty="0">
                <a:solidFill>
                  <a:srgbClr val="212529"/>
                </a:solidFill>
                <a:latin typeface="-apple-system"/>
              </a:rPr>
              <a:t> and implement them for some problem</a:t>
            </a:r>
            <a:endParaRPr lang="en-PK" altLang="en-PK" dirty="0">
              <a:solidFill>
                <a:srgbClr val="212529"/>
              </a:solidFill>
              <a:latin typeface="-apple-system"/>
            </a:endParaRPr>
          </a:p>
          <a:p>
            <a:endParaRPr lang="en-US" dirty="0"/>
          </a:p>
        </p:txBody>
      </p:sp>
      <p:sp>
        <p:nvSpPr>
          <p:cNvPr id="3" name="Date Placeholder 2">
            <a:extLst>
              <a:ext uri="{FF2B5EF4-FFF2-40B4-BE49-F238E27FC236}">
                <a16:creationId xmlns:a16="http://schemas.microsoft.com/office/drawing/2014/main" id="{682DA5B7-17EB-45F4-B44C-8FD791E03909}"/>
              </a:ext>
            </a:extLst>
          </p:cNvPr>
          <p:cNvSpPr>
            <a:spLocks noGrp="1"/>
          </p:cNvSpPr>
          <p:nvPr>
            <p:ph type="dt" sz="half" idx="10"/>
          </p:nvPr>
        </p:nvSpPr>
        <p:spPr/>
        <p:txBody>
          <a:bodyPr/>
          <a:lstStyle/>
          <a:p>
            <a:fld id="{7E9FBCE9-25A6-4D5C-B901-F07078CFAB46}" type="datetime1">
              <a:rPr lang="en-US" smtClean="0"/>
              <a:t>3/21/2022</a:t>
            </a:fld>
            <a:endParaRPr lang="en-US"/>
          </a:p>
        </p:txBody>
      </p:sp>
      <p:sp>
        <p:nvSpPr>
          <p:cNvPr id="4" name="Footer Placeholder 3">
            <a:extLst>
              <a:ext uri="{FF2B5EF4-FFF2-40B4-BE49-F238E27FC236}">
                <a16:creationId xmlns:a16="http://schemas.microsoft.com/office/drawing/2014/main" id="{7A9D7175-286B-4AF9-A4B4-A01D369BDF98}"/>
              </a:ext>
            </a:extLst>
          </p:cNvPr>
          <p:cNvSpPr>
            <a:spLocks noGrp="1"/>
          </p:cNvSpPr>
          <p:nvPr>
            <p:ph type="ftr" sz="quarter" idx="11"/>
          </p:nvPr>
        </p:nvSpPr>
        <p:spPr/>
        <p:txBody>
          <a:bodyPr/>
          <a:lstStyle/>
          <a:p>
            <a:r>
              <a:rPr lang="en-US"/>
              <a:t>Presented by    Dr. AKHTAR JAMIL </a:t>
            </a:r>
            <a:endParaRPr lang="en-US" dirty="0"/>
          </a:p>
        </p:txBody>
      </p:sp>
      <p:sp>
        <p:nvSpPr>
          <p:cNvPr id="5" name="Slide Number Placeholder 4">
            <a:extLst>
              <a:ext uri="{FF2B5EF4-FFF2-40B4-BE49-F238E27FC236}">
                <a16:creationId xmlns:a16="http://schemas.microsoft.com/office/drawing/2014/main" id="{11A50CBA-A1F8-40F5-82A0-8FC8386CBE0D}"/>
              </a:ext>
            </a:extLst>
          </p:cNvPr>
          <p:cNvSpPr>
            <a:spLocks noGrp="1"/>
          </p:cNvSpPr>
          <p:nvPr>
            <p:ph type="sldNum" sz="quarter" idx="12"/>
          </p:nvPr>
        </p:nvSpPr>
        <p:spPr/>
        <p:txBody>
          <a:bodyPr/>
          <a:lstStyle/>
          <a:p>
            <a:fld id="{B6F15528-21DE-4FAA-801E-634DDDAF4B2B}" type="slidenum">
              <a:rPr lang="en-US" smtClean="0"/>
              <a:pPr/>
              <a:t>22</a:t>
            </a:fld>
            <a:endParaRPr lang="en-US"/>
          </a:p>
        </p:txBody>
      </p:sp>
      <p:sp>
        <p:nvSpPr>
          <p:cNvPr id="6" name="Title 5">
            <a:extLst>
              <a:ext uri="{FF2B5EF4-FFF2-40B4-BE49-F238E27FC236}">
                <a16:creationId xmlns:a16="http://schemas.microsoft.com/office/drawing/2014/main" id="{E5F87438-F6D2-40CD-A97D-617B22D96115}"/>
              </a:ext>
            </a:extLst>
          </p:cNvPr>
          <p:cNvSpPr>
            <a:spLocks noGrp="1"/>
          </p:cNvSpPr>
          <p:nvPr>
            <p:ph type="title"/>
          </p:nvPr>
        </p:nvSpPr>
        <p:spPr/>
        <p:txBody>
          <a:bodyPr/>
          <a:lstStyle/>
          <a:p>
            <a:r>
              <a:rPr lang="en-US" dirty="0"/>
              <a:t>Practice Problem</a:t>
            </a:r>
          </a:p>
        </p:txBody>
      </p:sp>
    </p:spTree>
    <p:extLst>
      <p:ext uri="{BB962C8B-B14F-4D97-AF65-F5344CB8AC3E}">
        <p14:creationId xmlns:p14="http://schemas.microsoft.com/office/powerpoint/2010/main" val="40920417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BA4547B-4A23-4A1D-BE5C-BF22D2DE3ED8}"/>
              </a:ext>
            </a:extLst>
          </p:cNvPr>
          <p:cNvSpPr>
            <a:spLocks noGrp="1"/>
          </p:cNvSpPr>
          <p:nvPr>
            <p:ph idx="1"/>
          </p:nvPr>
        </p:nvSpPr>
        <p:spPr/>
        <p:txBody>
          <a:bodyPr/>
          <a:lstStyle/>
          <a:p>
            <a:r>
              <a:rPr lang="en-US" b="0" i="0" dirty="0">
                <a:solidFill>
                  <a:srgbClr val="212529"/>
                </a:solidFill>
                <a:effectLst/>
                <a:latin typeface="-apple-system"/>
              </a:rPr>
              <a:t>What do you think, can we </a:t>
            </a:r>
            <a:r>
              <a:rPr lang="en-US" dirty="0">
                <a:solidFill>
                  <a:srgbClr val="212529"/>
                </a:solidFill>
                <a:latin typeface="-apple-system"/>
              </a:rPr>
              <a:t>extend SVM for regression?</a:t>
            </a:r>
          </a:p>
          <a:p>
            <a:r>
              <a:rPr lang="en-US" dirty="0">
                <a:solidFill>
                  <a:srgbClr val="212529"/>
                </a:solidFill>
                <a:latin typeface="-apple-system"/>
              </a:rPr>
              <a:t>Read some research papers and </a:t>
            </a:r>
            <a:r>
              <a:rPr lang="en-US" dirty="0" err="1">
                <a:solidFill>
                  <a:srgbClr val="212529"/>
                </a:solidFill>
                <a:latin typeface="-apple-system"/>
              </a:rPr>
              <a:t>Scikitlearn</a:t>
            </a:r>
            <a:r>
              <a:rPr lang="en-US" dirty="0">
                <a:solidFill>
                  <a:srgbClr val="212529"/>
                </a:solidFill>
                <a:latin typeface="-apple-system"/>
              </a:rPr>
              <a:t> documentation regarding </a:t>
            </a:r>
            <a:r>
              <a:rPr lang="en-US" b="0" i="0" dirty="0">
                <a:solidFill>
                  <a:srgbClr val="212529"/>
                </a:solidFill>
                <a:effectLst/>
                <a:latin typeface="-apple-system"/>
              </a:rPr>
              <a:t>Support Vector Regression.</a:t>
            </a:r>
          </a:p>
          <a:p>
            <a:r>
              <a:rPr lang="en-US" dirty="0">
                <a:solidFill>
                  <a:srgbClr val="212529"/>
                </a:solidFill>
                <a:latin typeface="-apple-system"/>
              </a:rPr>
              <a:t>Explore and implement all possible </a:t>
            </a:r>
            <a:r>
              <a:rPr lang="en-US" b="0" i="0" dirty="0">
                <a:solidFill>
                  <a:srgbClr val="212529"/>
                </a:solidFill>
                <a:effectLst/>
                <a:latin typeface="-apple-system"/>
              </a:rPr>
              <a:t>Kernel functions implemented in </a:t>
            </a:r>
            <a:r>
              <a:rPr lang="en-US" b="0" i="0" dirty="0" err="1">
                <a:solidFill>
                  <a:srgbClr val="212529"/>
                </a:solidFill>
                <a:effectLst/>
                <a:latin typeface="-apple-system"/>
              </a:rPr>
              <a:t>scikitlearn</a:t>
            </a:r>
            <a:r>
              <a:rPr lang="en-US" b="0" i="0" dirty="0">
                <a:solidFill>
                  <a:srgbClr val="212529"/>
                </a:solidFill>
                <a:effectLst/>
                <a:latin typeface="-apple-system"/>
              </a:rPr>
              <a:t>.</a:t>
            </a:r>
          </a:p>
          <a:p>
            <a:r>
              <a:rPr lang="en-US" b="0" i="0" dirty="0">
                <a:solidFill>
                  <a:srgbClr val="212529"/>
                </a:solidFill>
                <a:effectLst/>
                <a:latin typeface="-apple-system"/>
              </a:rPr>
              <a:t>Implement </a:t>
            </a:r>
            <a:r>
              <a:rPr lang="en-US" b="0" i="0" dirty="0" err="1">
                <a:solidFill>
                  <a:srgbClr val="212529"/>
                </a:solidFill>
                <a:effectLst/>
                <a:latin typeface="-apple-system"/>
              </a:rPr>
              <a:t>GridSearchCV</a:t>
            </a:r>
            <a:r>
              <a:rPr lang="en-US" b="0" i="0" dirty="0">
                <a:solidFill>
                  <a:srgbClr val="212529"/>
                </a:solidFill>
                <a:effectLst/>
                <a:latin typeface="-apple-system"/>
              </a:rPr>
              <a:t> for searching SVM parameters</a:t>
            </a:r>
          </a:p>
        </p:txBody>
      </p:sp>
      <p:sp>
        <p:nvSpPr>
          <p:cNvPr id="3" name="Date Placeholder 2">
            <a:extLst>
              <a:ext uri="{FF2B5EF4-FFF2-40B4-BE49-F238E27FC236}">
                <a16:creationId xmlns:a16="http://schemas.microsoft.com/office/drawing/2014/main" id="{66CE0F54-31DF-4EF7-87B4-474A9CDED91E}"/>
              </a:ext>
            </a:extLst>
          </p:cNvPr>
          <p:cNvSpPr>
            <a:spLocks noGrp="1"/>
          </p:cNvSpPr>
          <p:nvPr>
            <p:ph type="dt" sz="half" idx="10"/>
          </p:nvPr>
        </p:nvSpPr>
        <p:spPr/>
        <p:txBody>
          <a:bodyPr/>
          <a:lstStyle/>
          <a:p>
            <a:fld id="{7E9FBCE9-25A6-4D5C-B901-F07078CFAB46}" type="datetime1">
              <a:rPr lang="en-US" smtClean="0"/>
              <a:t>3/21/2022</a:t>
            </a:fld>
            <a:endParaRPr lang="en-US"/>
          </a:p>
        </p:txBody>
      </p:sp>
      <p:sp>
        <p:nvSpPr>
          <p:cNvPr id="4" name="Footer Placeholder 3">
            <a:extLst>
              <a:ext uri="{FF2B5EF4-FFF2-40B4-BE49-F238E27FC236}">
                <a16:creationId xmlns:a16="http://schemas.microsoft.com/office/drawing/2014/main" id="{C0A82A79-1554-4AEE-BE48-E59F25EC73D1}"/>
              </a:ext>
            </a:extLst>
          </p:cNvPr>
          <p:cNvSpPr>
            <a:spLocks noGrp="1"/>
          </p:cNvSpPr>
          <p:nvPr>
            <p:ph type="ftr" sz="quarter" idx="11"/>
          </p:nvPr>
        </p:nvSpPr>
        <p:spPr/>
        <p:txBody>
          <a:bodyPr/>
          <a:lstStyle/>
          <a:p>
            <a:r>
              <a:rPr lang="en-US"/>
              <a:t>Presented by    Dr. AKHTAR JAMIL </a:t>
            </a:r>
            <a:endParaRPr lang="en-US" dirty="0"/>
          </a:p>
        </p:txBody>
      </p:sp>
      <p:sp>
        <p:nvSpPr>
          <p:cNvPr id="5" name="Slide Number Placeholder 4">
            <a:extLst>
              <a:ext uri="{FF2B5EF4-FFF2-40B4-BE49-F238E27FC236}">
                <a16:creationId xmlns:a16="http://schemas.microsoft.com/office/drawing/2014/main" id="{784FE6FC-49F5-4333-9B52-735FA1454DFA}"/>
              </a:ext>
            </a:extLst>
          </p:cNvPr>
          <p:cNvSpPr>
            <a:spLocks noGrp="1"/>
          </p:cNvSpPr>
          <p:nvPr>
            <p:ph type="sldNum" sz="quarter" idx="12"/>
          </p:nvPr>
        </p:nvSpPr>
        <p:spPr/>
        <p:txBody>
          <a:bodyPr/>
          <a:lstStyle/>
          <a:p>
            <a:fld id="{B6F15528-21DE-4FAA-801E-634DDDAF4B2B}" type="slidenum">
              <a:rPr lang="en-US" smtClean="0"/>
              <a:pPr/>
              <a:t>23</a:t>
            </a:fld>
            <a:endParaRPr lang="en-US"/>
          </a:p>
        </p:txBody>
      </p:sp>
      <p:sp>
        <p:nvSpPr>
          <p:cNvPr id="6" name="Title 5">
            <a:extLst>
              <a:ext uri="{FF2B5EF4-FFF2-40B4-BE49-F238E27FC236}">
                <a16:creationId xmlns:a16="http://schemas.microsoft.com/office/drawing/2014/main" id="{28920FF2-C37B-4AD2-9EFD-3BD770167026}"/>
              </a:ext>
            </a:extLst>
          </p:cNvPr>
          <p:cNvSpPr>
            <a:spLocks noGrp="1"/>
          </p:cNvSpPr>
          <p:nvPr>
            <p:ph type="title"/>
          </p:nvPr>
        </p:nvSpPr>
        <p:spPr/>
        <p:txBody>
          <a:bodyPr/>
          <a:lstStyle/>
          <a:p>
            <a:r>
              <a:rPr lang="en-US" dirty="0"/>
              <a:t>Reading Tasks</a:t>
            </a:r>
          </a:p>
        </p:txBody>
      </p:sp>
    </p:spTree>
    <p:extLst>
      <p:ext uri="{BB962C8B-B14F-4D97-AF65-F5344CB8AC3E}">
        <p14:creationId xmlns:p14="http://schemas.microsoft.com/office/powerpoint/2010/main" val="5985409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B451F11-1A79-4878-BD6B-B8BF6260D597}"/>
              </a:ext>
            </a:extLst>
          </p:cNvPr>
          <p:cNvSpPr>
            <a:spLocks noGrp="1"/>
          </p:cNvSpPr>
          <p:nvPr>
            <p:ph idx="1"/>
          </p:nvPr>
        </p:nvSpPr>
        <p:spPr/>
        <p:txBody>
          <a:bodyPr/>
          <a:lstStyle/>
          <a:p>
            <a:r>
              <a:rPr lang="en-US" dirty="0"/>
              <a:t>Chapter 6, Neural Networks and Learning Machines, </a:t>
            </a:r>
            <a:r>
              <a:rPr lang="en-US"/>
              <a:t>Haykin</a:t>
            </a:r>
            <a:endParaRPr lang="en-US" dirty="0"/>
          </a:p>
        </p:txBody>
      </p:sp>
      <p:sp>
        <p:nvSpPr>
          <p:cNvPr id="3" name="Date Placeholder 2">
            <a:extLst>
              <a:ext uri="{FF2B5EF4-FFF2-40B4-BE49-F238E27FC236}">
                <a16:creationId xmlns:a16="http://schemas.microsoft.com/office/drawing/2014/main" id="{8E2EEBDF-F450-4AF4-95A3-68599D5C008E}"/>
              </a:ext>
            </a:extLst>
          </p:cNvPr>
          <p:cNvSpPr>
            <a:spLocks noGrp="1"/>
          </p:cNvSpPr>
          <p:nvPr>
            <p:ph type="dt" sz="half" idx="10"/>
          </p:nvPr>
        </p:nvSpPr>
        <p:spPr/>
        <p:txBody>
          <a:bodyPr/>
          <a:lstStyle/>
          <a:p>
            <a:fld id="{9F8CE432-4810-4A25-B32D-0680D99DA640}" type="datetime1">
              <a:rPr lang="en-US" smtClean="0"/>
              <a:t>3/21/2022</a:t>
            </a:fld>
            <a:endParaRPr lang="en-US"/>
          </a:p>
        </p:txBody>
      </p:sp>
      <p:sp>
        <p:nvSpPr>
          <p:cNvPr id="4" name="Footer Placeholder 3">
            <a:extLst>
              <a:ext uri="{FF2B5EF4-FFF2-40B4-BE49-F238E27FC236}">
                <a16:creationId xmlns:a16="http://schemas.microsoft.com/office/drawing/2014/main" id="{D336F7A3-02D5-41C8-ADB7-8F7C7610CEEA}"/>
              </a:ext>
            </a:extLst>
          </p:cNvPr>
          <p:cNvSpPr>
            <a:spLocks noGrp="1"/>
          </p:cNvSpPr>
          <p:nvPr>
            <p:ph type="ftr" sz="quarter" idx="11"/>
          </p:nvPr>
        </p:nvSpPr>
        <p:spPr/>
        <p:txBody>
          <a:bodyPr/>
          <a:lstStyle/>
          <a:p>
            <a:r>
              <a:rPr lang="en-US"/>
              <a:t>Presented by    Dr. AKHTAR JAMIL </a:t>
            </a:r>
            <a:endParaRPr lang="en-US" dirty="0"/>
          </a:p>
        </p:txBody>
      </p:sp>
      <p:sp>
        <p:nvSpPr>
          <p:cNvPr id="5" name="Slide Number Placeholder 4">
            <a:extLst>
              <a:ext uri="{FF2B5EF4-FFF2-40B4-BE49-F238E27FC236}">
                <a16:creationId xmlns:a16="http://schemas.microsoft.com/office/drawing/2014/main" id="{3A19EA51-16FA-41F5-85A5-C2E2510B7FFB}"/>
              </a:ext>
            </a:extLst>
          </p:cNvPr>
          <p:cNvSpPr>
            <a:spLocks noGrp="1"/>
          </p:cNvSpPr>
          <p:nvPr>
            <p:ph type="sldNum" sz="quarter" idx="12"/>
          </p:nvPr>
        </p:nvSpPr>
        <p:spPr/>
        <p:txBody>
          <a:bodyPr/>
          <a:lstStyle/>
          <a:p>
            <a:fld id="{B6F15528-21DE-4FAA-801E-634DDDAF4B2B}" type="slidenum">
              <a:rPr lang="en-US" smtClean="0"/>
              <a:pPr/>
              <a:t>24</a:t>
            </a:fld>
            <a:endParaRPr lang="en-US"/>
          </a:p>
        </p:txBody>
      </p:sp>
      <p:sp>
        <p:nvSpPr>
          <p:cNvPr id="6" name="Title 5">
            <a:extLst>
              <a:ext uri="{FF2B5EF4-FFF2-40B4-BE49-F238E27FC236}">
                <a16:creationId xmlns:a16="http://schemas.microsoft.com/office/drawing/2014/main" id="{09E980EE-E49A-432C-9A0E-21147F213063}"/>
              </a:ext>
            </a:extLst>
          </p:cNvPr>
          <p:cNvSpPr>
            <a:spLocks noGrp="1"/>
          </p:cNvSpPr>
          <p:nvPr>
            <p:ph type="title"/>
          </p:nvPr>
        </p:nvSpPr>
        <p:spPr/>
        <p:txBody>
          <a:bodyPr/>
          <a:lstStyle/>
          <a:p>
            <a:r>
              <a:rPr lang="en-US" dirty="0"/>
              <a:t>References</a:t>
            </a:r>
          </a:p>
        </p:txBody>
      </p:sp>
    </p:spTree>
    <p:extLst>
      <p:ext uri="{BB962C8B-B14F-4D97-AF65-F5344CB8AC3E}">
        <p14:creationId xmlns:p14="http://schemas.microsoft.com/office/powerpoint/2010/main" val="17417419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7152" y="2866671"/>
            <a:ext cx="7886700" cy="606423"/>
          </a:xfrm>
        </p:spPr>
        <p:txBody>
          <a:bodyPr>
            <a:noAutofit/>
          </a:bodyPr>
          <a:lstStyle/>
          <a:p>
            <a:pPr algn="ctr"/>
            <a:r>
              <a:rPr lang="en-US" sz="7200" dirty="0"/>
              <a:t>Thank You </a:t>
            </a:r>
            <a:r>
              <a:rPr lang="en-US" sz="7200" dirty="0">
                <a:sym typeface="Wingdings" panose="05000000000000000000" pitchFamily="2" charset="2"/>
              </a:rPr>
              <a:t> </a:t>
            </a:r>
            <a:endParaRPr lang="en-US" sz="7200" dirty="0"/>
          </a:p>
        </p:txBody>
      </p:sp>
      <p:sp>
        <p:nvSpPr>
          <p:cNvPr id="4" name="Rectangle 3"/>
          <p:cNvSpPr/>
          <p:nvPr/>
        </p:nvSpPr>
        <p:spPr>
          <a:xfrm>
            <a:off x="202676" y="762000"/>
            <a:ext cx="8484124" cy="140459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p:cNvSpPr>
            <a:spLocks noGrp="1"/>
          </p:cNvSpPr>
          <p:nvPr>
            <p:ph type="sldNum" sz="quarter" idx="12"/>
          </p:nvPr>
        </p:nvSpPr>
        <p:spPr/>
        <p:txBody>
          <a:bodyPr/>
          <a:lstStyle/>
          <a:p>
            <a:fld id="{DDD12F37-302F-42F2-9029-E364DD370268}" type="slidenum">
              <a:rPr lang="en-US" smtClean="0"/>
              <a:t>25</a:t>
            </a:fld>
            <a:endParaRPr lang="en-US"/>
          </a:p>
        </p:txBody>
      </p:sp>
      <p:sp>
        <p:nvSpPr>
          <p:cNvPr id="5" name="Date Placeholder 4"/>
          <p:cNvSpPr>
            <a:spLocks noGrp="1"/>
          </p:cNvSpPr>
          <p:nvPr>
            <p:ph type="dt" sz="half" idx="10"/>
          </p:nvPr>
        </p:nvSpPr>
        <p:spPr/>
        <p:txBody>
          <a:bodyPr/>
          <a:lstStyle/>
          <a:p>
            <a:fld id="{EE1A7392-48F4-4CAC-9AC2-B5ABCB7E736C}" type="datetime1">
              <a:rPr lang="en-US" smtClean="0"/>
              <a:t>3/21/2022</a:t>
            </a:fld>
            <a:endParaRPr lang="en-US"/>
          </a:p>
        </p:txBody>
      </p:sp>
      <p:sp>
        <p:nvSpPr>
          <p:cNvPr id="6" name="Footer Placeholder 5"/>
          <p:cNvSpPr>
            <a:spLocks noGrp="1"/>
          </p:cNvSpPr>
          <p:nvPr>
            <p:ph type="ftr" sz="quarter" idx="11"/>
          </p:nvPr>
        </p:nvSpPr>
        <p:spPr/>
        <p:txBody>
          <a:bodyPr/>
          <a:lstStyle/>
          <a:p>
            <a:r>
              <a:rPr lang="en-US"/>
              <a:t>Presented by    Dr. AKHTAR JAMIL </a:t>
            </a:r>
            <a:endParaRPr lang="en-US" dirty="0"/>
          </a:p>
        </p:txBody>
      </p:sp>
    </p:spTree>
    <p:extLst>
      <p:ext uri="{BB962C8B-B14F-4D97-AF65-F5344CB8AC3E}">
        <p14:creationId xmlns:p14="http://schemas.microsoft.com/office/powerpoint/2010/main" val="102033140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mathbf{w}^T \mathbf{x} + b = 0&#10;\]&#10;\end{document}&#10;"/>
  <p:tag name="EXTERNALNAME" val="txp_fig"/>
  <p:tag name="BLEND" val="False"/>
  <p:tag name="TRANSPARENT" val="False"/>
  <p:tag name="KEEPFILES" val="False"/>
  <p:tag name="DEBUGPAUSE" val="False"/>
  <p:tag name="RESOLUTION" val="1200"/>
  <p:tag name="TIMEOUT" val="(none)"/>
  <p:tag name="BOXWIDTH" val="348"/>
  <p:tag name="BOXHEIGHT" val="306"/>
  <p:tag name="BOXFONT" val="10"/>
  <p:tag name="BOXWRAP" val="False"/>
  <p:tag name="WORKAROUNDTRANSPARENCYBUG" val="False"/>
  <p:tag name="BITMAPFORMAT" val="pngmono"/>
  <p:tag name="DEBUGINTERACTIVE" val="True"/>
  <p:tag name="ORIGWIDTH" val="123"/>
  <p:tag name="PICTUREFILESIZE" val="4893"/>
</p:tagLst>
</file>

<file path=ppt/tags/tag2.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mathbf{w}^T \mathbf{x} + b = 1&#10;\]&#10;\end{document}&#10;"/>
  <p:tag name="EXTERNALNAME" val="txp_fig"/>
  <p:tag name="BLEND" val="False"/>
  <p:tag name="TRANSPARENT" val="False"/>
  <p:tag name="KEEPFILES" val="False"/>
  <p:tag name="DEBUGPAUSE" val="False"/>
  <p:tag name="RESOLUTION" val="1200"/>
  <p:tag name="TIMEOUT" val="(none)"/>
  <p:tag name="BOXWIDTH" val="348"/>
  <p:tag name="BOXHEIGHT" val="306"/>
  <p:tag name="BOXFONT" val="10"/>
  <p:tag name="BOXWRAP" val="False"/>
  <p:tag name="WORKAROUNDTRANSPARENCYBUG" val="False"/>
  <p:tag name="BITMAPFORMAT" val="pngmono"/>
  <p:tag name="DEBUGINTERACTIVE" val="True"/>
  <p:tag name="ORIGWIDTH" val="122"/>
  <p:tag name="PICTUREFILESIZE" val="4295"/>
</p:tagLst>
</file>

<file path=ppt/tags/tag3.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mathbf{w}^T \mathbf{x} + b = -1&#10;\]&#10;\end{document}&#10;"/>
  <p:tag name="EXTERNALNAME" val="txp_fig"/>
  <p:tag name="BLEND" val="False"/>
  <p:tag name="TRANSPARENT" val="False"/>
  <p:tag name="KEEPFILES" val="False"/>
  <p:tag name="DEBUGPAUSE" val="False"/>
  <p:tag name="RESOLUTION" val="1200"/>
  <p:tag name="TIMEOUT" val="(none)"/>
  <p:tag name="BOXWIDTH" val="348"/>
  <p:tag name="BOXHEIGHT" val="306"/>
  <p:tag name="BOXFONT" val="10"/>
  <p:tag name="BOXWRAP" val="False"/>
  <p:tag name="WORKAROUNDTRANSPARENCYBUG" val="False"/>
  <p:tag name="BITMAPFORMAT" val="pngmono"/>
  <p:tag name="DEBUGINTERACTIVE" val="True"/>
  <p:tag name="ORIGWIDTH" val="138"/>
  <p:tag name="PICTUREFILESIZE" val="4634"/>
</p:tagLst>
</file>

<file path=ppt/tags/tag4.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m = \frac{2}{||\mathbf{w}||}&#10;\]&#10;\end{document}&#10;"/>
  <p:tag name="EXTERNALNAME" val="txp_fig"/>
  <p:tag name="BLEND" val="False"/>
  <p:tag name="TRANSPARENT" val="False"/>
  <p:tag name="KEEPFILES" val="False"/>
  <p:tag name="DEBUGPAUSE" val="False"/>
  <p:tag name="RESOLUTION" val="1200"/>
  <p:tag name="TIMEOUT" val="(none)"/>
  <p:tag name="BOXWIDTH" val="348"/>
  <p:tag name="BOXHEIGHT" val="306"/>
  <p:tag name="BOXFONT" val="10"/>
  <p:tag name="BOXWRAP" val="False"/>
  <p:tag name="WORKAROUNDTRANSPARENCYBUG" val="False"/>
  <p:tag name="BITMAPFORMAT" val="pngmono"/>
  <p:tag name="DEBUGINTERACTIVE" val="True"/>
  <p:tag name="ORIGWIDTH" val="92"/>
  <p:tag name="PICTUREFILESIZE" val="4422"/>
</p:tagLst>
</file>

<file path=ppt/tags/tag5.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mathbf{w}\]&#10;\end{document}&#10;"/>
  <p:tag name="EXTERNALNAME" val="txp_fig"/>
  <p:tag name="BLEND" val="False"/>
  <p:tag name="TRANSPARENT" val="False"/>
  <p:tag name="KEEPFILES" val="False"/>
  <p:tag name="DEBUGPAUSE" val="False"/>
  <p:tag name="RESOLUTION" val="1200"/>
  <p:tag name="TIMEOUT" val="(none)"/>
  <p:tag name="BOXWIDTH" val="348"/>
  <p:tag name="BOXHEIGHT" val="306"/>
  <p:tag name="BOXFONT" val="10"/>
  <p:tag name="BOXWRAP" val="False"/>
  <p:tag name="WORKAROUNDTRANSPARENCYBUG" val="False"/>
  <p:tag name="BITMAPFORMAT" val="pngmono"/>
  <p:tag name="DEBUGINTERACTIVE" val="True"/>
  <p:tag name="ORIGWIDTH" val="17"/>
  <p:tag name="PICTUREFILESIZE" val="895"/>
</p:tagLst>
</file>

<file path=ppt/tags/tag6.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 y_i ( \mathbf{w}^T \mathbf{x}_i + b) \geq 1, \qquad \forall i&#10;\]&#10;\end{document}&#10;"/>
  <p:tag name="EXTERNALNAME" val="txp_fig"/>
  <p:tag name="BLEND" val="False"/>
  <p:tag name="TRANSPARENT" val="False"/>
  <p:tag name="KEEPFILES" val="False"/>
  <p:tag name="DEBUGPAUSE" val="False"/>
  <p:tag name="RESOLUTION" val="1200"/>
  <p:tag name="TIMEOUT" val="(none)"/>
  <p:tag name="BOXWIDTH" val="348"/>
  <p:tag name="BOXHEIGHT" val="306"/>
  <p:tag name="BOXFONT" val="10"/>
  <p:tag name="BOXWRAP" val="False"/>
  <p:tag name="WORKAROUNDTRANSPARENCYBUG" val="False"/>
  <p:tag name="BITMAPFORMAT" val="pngmono"/>
  <p:tag name="DEBUGINTERACTIVE" val="True"/>
  <p:tag name="ORIGWIDTH" val="241"/>
  <p:tag name="PICTUREFILESIZE" val="10887"/>
</p:tagLst>
</file>

<file path=ppt/tags/tag7.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mbox{Minimize } \frac 12 ||\mathbf{w}||^2&#10;\]&#10;\end{document}&#10;"/>
  <p:tag name="EXTERNALNAME" val="txp_fig"/>
  <p:tag name="BLEND" val="False"/>
  <p:tag name="TRANSPARENT" val="False"/>
  <p:tag name="KEEPFILES" val="False"/>
  <p:tag name="DEBUGPAUSE" val="False"/>
  <p:tag name="RESOLUTION" val="1200"/>
  <p:tag name="TIMEOUT" val="(none)"/>
  <p:tag name="BOXWIDTH" val="348"/>
  <p:tag name="BOXHEIGHT" val="306"/>
  <p:tag name="BOXFONT" val="10"/>
  <p:tag name="BOXWRAP" val="False"/>
  <p:tag name="WORKAROUNDTRANSPARENCYBUG" val="False"/>
  <p:tag name="BITMAPFORMAT" val="pngmono"/>
  <p:tag name="DEBUGINTERACTIVE" val="True"/>
  <p:tag name="ORIGWIDTH" val="161"/>
  <p:tag name="PICTUREFILESIZE" val="8368"/>
</p:tagLst>
</file>

<file path=ppt/tags/tag8.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mbox{ subject to } y_i ( \mathbf{w}^T \mathbf{x}_i + b) \geq 1 \qquad \forall i&#10;\]&#10;\end{document}&#10;"/>
  <p:tag name="EXTERNALNAME" val="txp_fig"/>
  <p:tag name="BLEND" val="False"/>
  <p:tag name="TRANSPARENT" val="False"/>
  <p:tag name="KEEPFILES" val="False"/>
  <p:tag name="DEBUGPAUSE" val="False"/>
  <p:tag name="RESOLUTION" val="1200"/>
  <p:tag name="TIMEOUT" val="(none)"/>
  <p:tag name="BOXWIDTH" val="348"/>
  <p:tag name="BOXHEIGHT" val="306"/>
  <p:tag name="BOXFONT" val="10"/>
  <p:tag name="BOXWRAP" val="False"/>
  <p:tag name="WORKAROUNDTRANSPARENCYBUG" val="False"/>
  <p:tag name="BITMAPFORMAT" val="pngmono"/>
  <p:tag name="DEBUGINTERACTIVE" val="True"/>
  <p:tag name="ORIGWIDTH" val="340"/>
  <p:tag name="PICTUREFILESIZE" val="15794"/>
</p:tagLst>
</file>

<file path=ppt/tags/tag9.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mbox{subject to } \alpha_i \geq 0, \qquad \sum_{i=1}^n \alpha_i y_i = 0&#10;\]&#10;\end{document}&#10;"/>
  <p:tag name="EXTERNALNAME" val="txp_fig"/>
  <p:tag name="BLEND" val="False"/>
  <p:tag name="TRANSPARENT" val="False"/>
  <p:tag name="KEEPFILES" val="False"/>
  <p:tag name="DEBUGPAUSE" val="False"/>
  <p:tag name="RESOLUTION" val="1200"/>
  <p:tag name="TIMEOUT" val="(none)"/>
  <p:tag name="BOXWIDTH" val="348"/>
  <p:tag name="BOXHEIGHT" val="306"/>
  <p:tag name="BOXFONT" val="10"/>
  <p:tag name="BOXWRAP" val="False"/>
  <p:tag name="WORKAROUNDTRANSPARENCYBUG" val="False"/>
  <p:tag name="ALLOWFONTSUBSTITUTION" val="False"/>
  <p:tag name="BITMAPFORMAT" val="pngmono"/>
  <p:tag name="ORIGWIDTH" val="344"/>
  <p:tag name="PICTUREFILESIZE" val="18199"/>
</p:tagLst>
</file>

<file path=ppt/tags/tag10.xml><?xml version="1.0" encoding="utf-8"?>
<p:tagLst xmlns:a="http://schemas.openxmlformats.org/drawingml/2006/main" xmlns:r="http://schemas.openxmlformats.org/officeDocument/2006/relationships" xmlns:p="http://schemas.openxmlformats.org/presentationml/2006/main">
  <p:tag name="SOURCE" val="\documentclass{slides}\pagestyle{empty}&#10;\usepackage{amsmath}&#10;&#10;\begin{document}&#10;\[&#10;\mbox{max. } W(\boldsymbol{\alpha}) = \sum_{i=1}^n \alpha_i - \frac 12 \sum_{i=1,j=1}^n \alpha_i \alpha_j y_i y_j &#10;\mathbf{x}_i^T \mathbf{x}_j&#10;\]&#10;\end{document}&#10;"/>
  <p:tag name="EXTERNALNAME" val="txp_fig"/>
  <p:tag name="BLEND" val="False"/>
  <p:tag name="TRANSPARENT" val="False"/>
  <p:tag name="KEEPFILES" val="False"/>
  <p:tag name="DEBUGPAUSE" val="False"/>
  <p:tag name="RESOLUTION" val="1200"/>
  <p:tag name="TIMEOUT" val="(none)"/>
  <p:tag name="BOXWIDTH" val="348"/>
  <p:tag name="BOXHEIGHT" val="351"/>
  <p:tag name="BOXFONT" val="10"/>
  <p:tag name="BOXWRAP" val="False"/>
  <p:tag name="WORKAROUNDTRANSPARENCYBUG" val="False"/>
  <p:tag name="BITMAPFORMAT" val="pngmono"/>
  <p:tag name="DEBUGINTERACTIVE" val="True"/>
  <p:tag name="ORIGWIDTH" val="446"/>
  <p:tag name="PICTUREFILESIZE" val="30073"/>
</p:tagLst>
</file>

<file path=ppt/tags/tag11.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mathbf{w}^T \mathbf{x} + b = 0&#10;\]&#10;\end{document}&#10;"/>
  <p:tag name="EXTERNALNAME" val="txp_fig"/>
  <p:tag name="BLEND" val="False"/>
  <p:tag name="TRANSPARENT" val="False"/>
  <p:tag name="KEEPFILES" val="False"/>
  <p:tag name="DEBUGPAUSE" val="False"/>
  <p:tag name="RESOLUTION" val="1200"/>
  <p:tag name="TIMEOUT" val="(none)"/>
  <p:tag name="BOXWIDTH" val="348"/>
  <p:tag name="BOXHEIGHT" val="306"/>
  <p:tag name="BOXFONT" val="10"/>
  <p:tag name="BOXWRAP" val="False"/>
  <p:tag name="WORKAROUNDTRANSPARENCYBUG" val="False"/>
  <p:tag name="BITMAPFORMAT" val="pngmono"/>
  <p:tag name="DEBUGINTERACTIVE" val="True"/>
  <p:tag name="ORIGWIDTH" val="123"/>
  <p:tag name="PICTUREFILESIZE" val="4893"/>
</p:tagLst>
</file>

<file path=ppt/tags/tag12.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mathbf{w}^T \mathbf{x} + b = 1&#10;\]&#10;\end{document}&#10;"/>
  <p:tag name="EXTERNALNAME" val="txp_fig"/>
  <p:tag name="BLEND" val="False"/>
  <p:tag name="TRANSPARENT" val="False"/>
  <p:tag name="KEEPFILES" val="False"/>
  <p:tag name="DEBUGPAUSE" val="False"/>
  <p:tag name="RESOLUTION" val="1200"/>
  <p:tag name="TIMEOUT" val="(none)"/>
  <p:tag name="BOXWIDTH" val="348"/>
  <p:tag name="BOXHEIGHT" val="306"/>
  <p:tag name="BOXFONT" val="10"/>
  <p:tag name="BOXWRAP" val="False"/>
  <p:tag name="WORKAROUNDTRANSPARENCYBUG" val="False"/>
  <p:tag name="BITMAPFORMAT" val="pngmono"/>
  <p:tag name="DEBUGINTERACTIVE" val="True"/>
  <p:tag name="ORIGWIDTH" val="122"/>
  <p:tag name="PICTUREFILESIZE" val="4295"/>
</p:tagLst>
</file>

<file path=ppt/tags/tag13.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mathbf{w}^T \mathbf{x} + b = -1&#10;\]&#10;\end{document}&#10;"/>
  <p:tag name="EXTERNALNAME" val="txp_fig"/>
  <p:tag name="BLEND" val="False"/>
  <p:tag name="TRANSPARENT" val="False"/>
  <p:tag name="KEEPFILES" val="False"/>
  <p:tag name="DEBUGPAUSE" val="False"/>
  <p:tag name="RESOLUTION" val="1200"/>
  <p:tag name="TIMEOUT" val="(none)"/>
  <p:tag name="BOXWIDTH" val="348"/>
  <p:tag name="BOXHEIGHT" val="306"/>
  <p:tag name="BOXFONT" val="10"/>
  <p:tag name="BOXWRAP" val="False"/>
  <p:tag name="WORKAROUNDTRANSPARENCYBUG" val="False"/>
  <p:tag name="BITMAPFORMAT" val="pngmono"/>
  <p:tag name="DEBUGINTERACTIVE" val="True"/>
  <p:tag name="ORIGWIDTH" val="138"/>
  <p:tag name="PICTUREFILESIZE" val="4634"/>
</p:tagLst>
</file>

<file path=ppt/tags/tag14.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mathbf{w}\]&#10;\end{document}&#10;"/>
  <p:tag name="EXTERNALNAME" val="txp_fig"/>
  <p:tag name="BLEND" val="False"/>
  <p:tag name="TRANSPARENT" val="False"/>
  <p:tag name="KEEPFILES" val="False"/>
  <p:tag name="DEBUGPAUSE" val="False"/>
  <p:tag name="RESOLUTION" val="1200"/>
  <p:tag name="TIMEOUT" val="(none)"/>
  <p:tag name="BOXWIDTH" val="348"/>
  <p:tag name="BOXHEIGHT" val="306"/>
  <p:tag name="BOXFONT" val="10"/>
  <p:tag name="BOXWRAP" val="False"/>
  <p:tag name="WORKAROUNDTRANSPARENCYBUG" val="False"/>
  <p:tag name="BITMAPFORMAT" val="pngmono"/>
  <p:tag name="DEBUGINTERACTIVE" val="True"/>
  <p:tag name="ORIGWIDTH" val="17"/>
  <p:tag name="PICTUREFILESIZE" val="895"/>
</p:tagLst>
</file>

<file path=ppt/tags/tag15.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mathbf{w}^T \mathbf{x} + b = 0&#10;\]&#10;\end{document}&#10;"/>
  <p:tag name="EXTERNALNAME" val="txp_fig"/>
  <p:tag name="BLEND" val="False"/>
  <p:tag name="TRANSPARENT" val="False"/>
  <p:tag name="KEEPFILES" val="False"/>
  <p:tag name="DEBUGPAUSE" val="False"/>
  <p:tag name="RESOLUTION" val="1200"/>
  <p:tag name="TIMEOUT" val="(none)"/>
  <p:tag name="BOXWIDTH" val="348"/>
  <p:tag name="BOXHEIGHT" val="306"/>
  <p:tag name="BOXFONT" val="10"/>
  <p:tag name="BOXWRAP" val="False"/>
  <p:tag name="WORKAROUNDTRANSPARENCYBUG" val="False"/>
  <p:tag name="BITMAPFORMAT" val="pngmono"/>
  <p:tag name="DEBUGINTERACTIVE" val="True"/>
  <p:tag name="ORIGWIDTH" val="123"/>
  <p:tag name="PICTUREFILESIZE" val="4893"/>
</p:tagLst>
</file>

<file path=ppt/tags/tag16.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mathbf{w}^T \mathbf{x} + b = 1&#10;\]&#10;\end{document}&#10;"/>
  <p:tag name="EXTERNALNAME" val="txp_fig"/>
  <p:tag name="BLEND" val="False"/>
  <p:tag name="TRANSPARENT" val="False"/>
  <p:tag name="KEEPFILES" val="False"/>
  <p:tag name="DEBUGPAUSE" val="False"/>
  <p:tag name="RESOLUTION" val="1200"/>
  <p:tag name="TIMEOUT" val="(none)"/>
  <p:tag name="BOXWIDTH" val="348"/>
  <p:tag name="BOXHEIGHT" val="306"/>
  <p:tag name="BOXFONT" val="10"/>
  <p:tag name="BOXWRAP" val="False"/>
  <p:tag name="WORKAROUNDTRANSPARENCYBUG" val="False"/>
  <p:tag name="BITMAPFORMAT" val="pngmono"/>
  <p:tag name="DEBUGINTERACTIVE" val="True"/>
  <p:tag name="ORIGWIDTH" val="122"/>
  <p:tag name="PICTUREFILESIZE" val="4295"/>
</p:tagLst>
</file>

<file path=ppt/tags/tag17.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mathbf{w}^T \mathbf{x} + b = -1&#10;\]&#10;\end{document}&#10;"/>
  <p:tag name="EXTERNALNAME" val="txp_fig"/>
  <p:tag name="BLEND" val="False"/>
  <p:tag name="TRANSPARENT" val="False"/>
  <p:tag name="KEEPFILES" val="False"/>
  <p:tag name="DEBUGPAUSE" val="False"/>
  <p:tag name="RESOLUTION" val="1200"/>
  <p:tag name="TIMEOUT" val="(none)"/>
  <p:tag name="BOXWIDTH" val="348"/>
  <p:tag name="BOXHEIGHT" val="306"/>
  <p:tag name="BOXFONT" val="10"/>
  <p:tag name="BOXWRAP" val="False"/>
  <p:tag name="WORKAROUNDTRANSPARENCYBUG" val="False"/>
  <p:tag name="BITMAPFORMAT" val="pngmono"/>
  <p:tag name="DEBUGINTERACTIVE" val="True"/>
  <p:tag name="ORIGWIDTH" val="138"/>
  <p:tag name="PICTUREFILESIZE" val="4634"/>
</p:tagLst>
</file>

<file path=ppt/tags/tag18.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mathbf{w}\]&#10;\end{document}&#10;"/>
  <p:tag name="EXTERNALNAME" val="txp_fig"/>
  <p:tag name="BLEND" val="False"/>
  <p:tag name="TRANSPARENT" val="False"/>
  <p:tag name="KEEPFILES" val="False"/>
  <p:tag name="DEBUGPAUSE" val="False"/>
  <p:tag name="RESOLUTION" val="1200"/>
  <p:tag name="TIMEOUT" val="(none)"/>
  <p:tag name="BOXWIDTH" val="348"/>
  <p:tag name="BOXHEIGHT" val="306"/>
  <p:tag name="BOXFONT" val="10"/>
  <p:tag name="BOXWRAP" val="False"/>
  <p:tag name="WORKAROUNDTRANSPARENCYBUG" val="False"/>
  <p:tag name="BITMAPFORMAT" val="pngmono"/>
  <p:tag name="DEBUGINTERACTIVE" val="True"/>
  <p:tag name="ORIGWIDTH" val="17"/>
  <p:tag name="PICTUREFILESIZE" val="895"/>
</p:tagLst>
</file>

<file path=ppt/tags/tag19.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xi_i$&#10;\end{document}&#10;"/>
  <p:tag name="EXTERNALNAME" val="txp_fig"/>
  <p:tag name="BLEND" val="False"/>
  <p:tag name="TRANSPARENT" val="False"/>
  <p:tag name="KEEPFILES" val="False"/>
  <p:tag name="DEBUGPAUSE" val="False"/>
  <p:tag name="RESOLUTION" val="1200"/>
  <p:tag name="TIMEOUT" val="(none)"/>
  <p:tag name="BOXWIDTH" val="348"/>
  <p:tag name="BOXHEIGHT" val="351"/>
  <p:tag name="BOXFONT" val="10"/>
  <p:tag name="BOXWRAP" val="False"/>
  <p:tag name="WORKAROUNDTRANSPARENCYBUG" val="False"/>
  <p:tag name="BITMAPFORMAT" val="pngmono"/>
  <p:tag name="DEBUGINTERACTIVE" val="True"/>
  <p:tag name="ORIGWIDTH" val="15"/>
  <p:tag name="PICTUREFILESIZE" val="1428"/>
</p:tagLst>
</file>

<file path=ppt/tags/tag20.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mathbf{x}_i $&#10;\end{document}&#10;"/>
  <p:tag name="EXTERNALNAME" val="txp_fig"/>
  <p:tag name="BLEND" val="False"/>
  <p:tag name="TRANSPARENT" val="False"/>
  <p:tag name="KEEPFILES" val="False"/>
  <p:tag name="DEBUGPAUSE" val="False"/>
  <p:tag name="RESOLUTION" val="1200"/>
  <p:tag name="TIMEOUT" val="(none)"/>
  <p:tag name="BOXWIDTH" val="348"/>
  <p:tag name="BOXHEIGHT" val="306"/>
  <p:tag name="BOXFONT" val="10"/>
  <p:tag name="BOXWRAP" val="False"/>
  <p:tag name="WORKAROUNDTRANSPARENCYBUG" val="False"/>
  <p:tag name="BITMAPFORMAT" val="pngmono"/>
  <p:tag name="DEBUGINTERACTIVE" val="True"/>
  <p:tag name="ORIGWIDTH" val="18"/>
  <p:tag name="PICTUREFILESIZE" val="1269"/>
</p:tagLst>
</file>

<file path=ppt/tags/tag21.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mathbf{x}_j $&#10;\end{document}&#10;"/>
  <p:tag name="EXTERNALNAME" val="txp_fig"/>
  <p:tag name="BLEND" val="False"/>
  <p:tag name="TRANSPARENT" val="False"/>
  <p:tag name="KEEPFILES" val="False"/>
  <p:tag name="DEBUGPAUSE" val="False"/>
  <p:tag name="RESOLUTION" val="1200"/>
  <p:tag name="TIMEOUT" val="(none)"/>
  <p:tag name="BOXWIDTH" val="348"/>
  <p:tag name="BOXHEIGHT" val="306"/>
  <p:tag name="BOXFONT" val="10"/>
  <p:tag name="BOXWRAP" val="False"/>
  <p:tag name="WORKAROUNDTRANSPARENCYBUG" val="False"/>
  <p:tag name="BITMAPFORMAT" val="pngmono"/>
  <p:tag name="DEBUGINTERACTIVE" val="True"/>
  <p:tag name="ORIGWIDTH" val="20"/>
  <p:tag name="PICTUREFILESIZE" val="1338"/>
</p:tagLst>
</file>

<file path=ppt/tags/tag22.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xi_j$&#10;\end{document}&#10;"/>
  <p:tag name="EXTERNALNAME" val="txp_fig"/>
  <p:tag name="BLEND" val="False"/>
  <p:tag name="TRANSPARENT" val="False"/>
  <p:tag name="KEEPFILES" val="False"/>
  <p:tag name="DEBUGPAUSE" val="False"/>
  <p:tag name="RESOLUTION" val="1200"/>
  <p:tag name="TIMEOUT" val="(none)"/>
  <p:tag name="BOXWIDTH" val="348"/>
  <p:tag name="BOXHEIGHT" val="351"/>
  <p:tag name="BOXFONT" val="10"/>
  <p:tag name="BOXWRAP" val="False"/>
  <p:tag name="WORKAROUNDTRANSPARENCYBUG" val="False"/>
  <p:tag name="BITMAPFORMAT" val="pngmono"/>
  <p:tag name="DEBUGINTERACTIVE" val="True"/>
  <p:tag name="ORIGWIDTH" val="17"/>
  <p:tag name="PICTUREFILESIZE" val="1549"/>
</p:tagLst>
</file>

<file path=ppt/tags/tag23.xml><?xml version="1.0" encoding="utf-8"?>
<p:tagLst xmlns:a="http://schemas.openxmlformats.org/drawingml/2006/main" xmlns:r="http://schemas.openxmlformats.org/officeDocument/2006/relationships" xmlns:p="http://schemas.openxmlformats.org/presentationml/2006/main">
  <p:tag name="SOURCE" val="\documentclass{slides}\pagestyle{empty}&#10;\usepackage{amsmath}&#10;\begin{document}&#10;\[&#10;\begin{cases}&#10;\mathbf{w}^T \mathbf{x}_i + b \geq 1 - \xi_i    &amp; y_i = 1\\&#10;\mathbf{w}^T \mathbf{x}_i + b \leq -1 + \xi_i    &amp; y_i = -1\\&#10;\xi_i \geq 0 &amp; \forall i&#10;\end{cases}&#10;\]&#10;\end{document}&#10;"/>
  <p:tag name="EXTERNALNAME" val="txp_fig"/>
  <p:tag name="BLEND" val="False"/>
  <p:tag name="TRANSPARENT" val="False"/>
  <p:tag name="KEEPFILES" val="False"/>
  <p:tag name="DEBUGPAUSE" val="False"/>
  <p:tag name="RESOLUTION" val="1200"/>
  <p:tag name="TIMEOUT" val="(none)"/>
  <p:tag name="BOXWIDTH" val="348"/>
  <p:tag name="BOXHEIGHT" val="381"/>
  <p:tag name="BOXFONT" val="10"/>
  <p:tag name="BOXWRAP" val="False"/>
  <p:tag name="WORKAROUNDTRANSPARENCYBUG" val="False"/>
  <p:tag name="BITMAPFORMAT" val="pngmono"/>
  <p:tag name="DEBUGINTERACTIVE" val="True"/>
  <p:tag name="ORIGWIDTH" val="301"/>
  <p:tag name="PICTUREFILESIZE" val="28182"/>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17731</TotalTime>
  <Words>1204</Words>
  <Application>Microsoft Office PowerPoint</Application>
  <PresentationFormat>On-screen Show (4:3)</PresentationFormat>
  <Paragraphs>223</Paragraphs>
  <Slides>25</Slides>
  <Notes>8</Notes>
  <HiddenSlides>0</HiddenSlides>
  <MMClips>0</MMClips>
  <ScaleCrop>false</ScaleCrop>
  <HeadingPairs>
    <vt:vector size="8" baseType="variant">
      <vt:variant>
        <vt:lpstr>Fonts Used</vt:lpstr>
      </vt:variant>
      <vt:variant>
        <vt:i4>14</vt:i4>
      </vt:variant>
      <vt:variant>
        <vt:lpstr>Theme</vt:lpstr>
      </vt:variant>
      <vt:variant>
        <vt:i4>1</vt:i4>
      </vt:variant>
      <vt:variant>
        <vt:lpstr>Embedded OLE Servers</vt:lpstr>
      </vt:variant>
      <vt:variant>
        <vt:i4>1</vt:i4>
      </vt:variant>
      <vt:variant>
        <vt:lpstr>Slide Titles</vt:lpstr>
      </vt:variant>
      <vt:variant>
        <vt:i4>25</vt:i4>
      </vt:variant>
    </vt:vector>
  </HeadingPairs>
  <TitlesOfParts>
    <vt:vector size="41" baseType="lpstr">
      <vt:lpstr>-apple-system</vt:lpstr>
      <vt:lpstr>Arial</vt:lpstr>
      <vt:lpstr>Arial</vt:lpstr>
      <vt:lpstr>Calibri</vt:lpstr>
      <vt:lpstr>Cambria Math</vt:lpstr>
      <vt:lpstr>charter</vt:lpstr>
      <vt:lpstr>MathematicalPi-One</vt:lpstr>
      <vt:lpstr>sohne</vt:lpstr>
      <vt:lpstr>Symbol</vt:lpstr>
      <vt:lpstr>Tahoma</vt:lpstr>
      <vt:lpstr>TimesTen-BoldItalic</vt:lpstr>
      <vt:lpstr>TimesTen-Italic</vt:lpstr>
      <vt:lpstr>TimesTen-Roman</vt:lpstr>
      <vt:lpstr>Wingdings</vt:lpstr>
      <vt:lpstr>Office Theme</vt:lpstr>
      <vt:lpstr>Equation</vt:lpstr>
      <vt:lpstr>PowerPoint Presentation</vt:lpstr>
      <vt:lpstr>Goals</vt:lpstr>
      <vt:lpstr>Estimate the Margin</vt:lpstr>
      <vt:lpstr>Large-margin Decision Boundary</vt:lpstr>
      <vt:lpstr>Finding the Decision Boundary</vt:lpstr>
      <vt:lpstr>The Dual Problem</vt:lpstr>
      <vt:lpstr>The Dual Problem</vt:lpstr>
      <vt:lpstr>The Dual Problem</vt:lpstr>
      <vt:lpstr>A Geometrical Interpretation</vt:lpstr>
      <vt:lpstr>Allowing errors in our solutions</vt:lpstr>
      <vt:lpstr>Soft Margin Hyperplane</vt:lpstr>
      <vt:lpstr>Soft Margin Hyperplane</vt:lpstr>
      <vt:lpstr>Today’s Lecture</vt:lpstr>
      <vt:lpstr>Linear SVMs:  Overview</vt:lpstr>
      <vt:lpstr>Non-linear SVMs</vt:lpstr>
      <vt:lpstr>Non-linear SVMs:  Feature spaces</vt:lpstr>
      <vt:lpstr>The “Kernel Trick”</vt:lpstr>
      <vt:lpstr>Examples of Kernel Functions</vt:lpstr>
      <vt:lpstr>Non-linear SVMs Mathematically</vt:lpstr>
      <vt:lpstr>Multiclass Classification</vt:lpstr>
      <vt:lpstr>Advantages of SVM</vt:lpstr>
      <vt:lpstr>Practice Problem</vt:lpstr>
      <vt:lpstr>Reading Tasks</vt:lpstr>
      <vt:lpstr>References</vt:lpstr>
      <vt:lpstr>Thank You 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AKHTAR JAMIL</dc:creator>
  <cp:lastModifiedBy>Akhtar JAMIL</cp:lastModifiedBy>
  <cp:revision>1640</cp:revision>
  <dcterms:created xsi:type="dcterms:W3CDTF">2006-08-16T00:00:00Z</dcterms:created>
  <dcterms:modified xsi:type="dcterms:W3CDTF">2022-03-21T13:43:05Z</dcterms:modified>
</cp:coreProperties>
</file>