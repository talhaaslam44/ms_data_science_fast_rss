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352" r:id="rId2"/>
    <p:sldId id="273" r:id="rId3"/>
    <p:sldId id="257" r:id="rId4"/>
    <p:sldId id="287" r:id="rId5"/>
    <p:sldId id="286" r:id="rId6"/>
    <p:sldId id="285" r:id="rId7"/>
    <p:sldId id="284" r:id="rId8"/>
    <p:sldId id="283" r:id="rId9"/>
    <p:sldId id="282" r:id="rId10"/>
    <p:sldId id="288" r:id="rId11"/>
    <p:sldId id="281" r:id="rId12"/>
    <p:sldId id="258" r:id="rId13"/>
    <p:sldId id="259" r:id="rId14"/>
    <p:sldId id="260" r:id="rId15"/>
    <p:sldId id="261" r:id="rId16"/>
    <p:sldId id="262" r:id="rId17"/>
    <p:sldId id="263" r:id="rId18"/>
    <p:sldId id="267" r:id="rId19"/>
    <p:sldId id="268" r:id="rId20"/>
    <p:sldId id="269" r:id="rId21"/>
    <p:sldId id="270" r:id="rId22"/>
    <p:sldId id="264" r:id="rId23"/>
    <p:sldId id="265" r:id="rId24"/>
    <p:sldId id="271" r:id="rId25"/>
    <p:sldId id="290" r:id="rId26"/>
  </p:sldIdLst>
  <p:sldSz cx="18288000" cy="10287000"/>
  <p:notesSz cx="6858000" cy="9144000"/>
  <p:embeddedFontLst>
    <p:embeddedFont>
      <p:font typeface="Arial Unicode MS" panose="020B0604020202020204" charset="-128"/>
      <p:regular r:id="rId28"/>
    </p:embeddedFont>
    <p:embeddedFont>
      <p:font typeface="Cambria" panose="02040503050406030204" pitchFamily="18" charset="0"/>
      <p:regular r:id="rId29"/>
      <p:bold r:id="rId30"/>
      <p:italic r:id="rId31"/>
      <p:boldItalic r:id="rId32"/>
    </p:embeddedFont>
    <p:embeddedFont>
      <p:font typeface="Palatino Linotype" panose="02040502050505030304" pitchFamily="18" charset="0"/>
      <p:regular r:id="rId33"/>
      <p:bold r:id="rId34"/>
      <p:italic r:id="rId35"/>
      <p:boldItalic r:id="rId36"/>
    </p:embeddedFont>
    <p:embeddedFont>
      <p:font typeface="Rosario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DF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0" d="100"/>
          <a:sy n="40" d="100"/>
        </p:scale>
        <p:origin x="1450" y="3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128376-E258-4D13-AD8E-EC6D2AD63D47}"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9E7543-9912-43EB-89AD-5397316B5D7D}" type="slidenum">
              <a:rPr lang="en-US" smtClean="0"/>
              <a:t>‹#›</a:t>
            </a:fld>
            <a:endParaRPr lang="en-US"/>
          </a:p>
        </p:txBody>
      </p:sp>
    </p:spTree>
    <p:extLst>
      <p:ext uri="{BB962C8B-B14F-4D97-AF65-F5344CB8AC3E}">
        <p14:creationId xmlns:p14="http://schemas.microsoft.com/office/powerpoint/2010/main" val="1610565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D1793F-0F1D-49B1-A0BA-855CC243B45D}" type="slidenum">
              <a:rPr lang="en-US" smtClean="0"/>
              <a:pPr/>
              <a:t>1</a:t>
            </a:fld>
            <a:endParaRPr lang="en-US"/>
          </a:p>
        </p:txBody>
      </p:sp>
    </p:spTree>
    <p:extLst>
      <p:ext uri="{BB962C8B-B14F-4D97-AF65-F5344CB8AC3E}">
        <p14:creationId xmlns:p14="http://schemas.microsoft.com/office/powerpoint/2010/main" val="42620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B9E7543-9912-43EB-89AD-5397316B5D7D}" type="slidenum">
              <a:rPr lang="en-US" smtClean="0"/>
              <a:t>3</a:t>
            </a:fld>
            <a:endParaRPr lang="en-US"/>
          </a:p>
        </p:txBody>
      </p:sp>
    </p:spTree>
    <p:extLst>
      <p:ext uri="{BB962C8B-B14F-4D97-AF65-F5344CB8AC3E}">
        <p14:creationId xmlns:p14="http://schemas.microsoft.com/office/powerpoint/2010/main" val="2272081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9E7543-9912-43EB-89AD-5397316B5D7D}" type="slidenum">
              <a:rPr lang="en-US" smtClean="0"/>
              <a:t>22</a:t>
            </a:fld>
            <a:endParaRPr lang="en-US"/>
          </a:p>
        </p:txBody>
      </p:sp>
    </p:spTree>
    <p:extLst>
      <p:ext uri="{BB962C8B-B14F-4D97-AF65-F5344CB8AC3E}">
        <p14:creationId xmlns:p14="http://schemas.microsoft.com/office/powerpoint/2010/main" val="3940193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jp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3.jp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jp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jp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openxmlformats.org/officeDocument/2006/relationships/image" Target="../media/image18.sv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openxmlformats.org/officeDocument/2006/relationships/image" Target="../media/image18.sv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5" Type="http://schemas.openxmlformats.org/officeDocument/2006/relationships/image" Target="../media/image20.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7.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8.svg"/><Relationship Id="rId9" Type="http://schemas.openxmlformats.org/officeDocument/2006/relationships/image" Target="../media/image6.png"/><Relationship Id="rId14" Type="http://schemas.openxmlformats.org/officeDocument/2006/relationships/image" Target="../media/image11.svg"/></Relationships>
</file>

<file path=ppt/slides/_rels/slide2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914400" y="9715500"/>
            <a:ext cx="4267200" cy="685800"/>
          </a:xfrm>
          <a:prstGeom prst="rect">
            <a:avLst/>
          </a:prstGeom>
        </p:spPr>
        <p:txBody>
          <a:bodyPr vert="horz" lIns="137160" tIns="68580" rIns="137160" bIns="68580" rtlCol="0" anchor="ctr"/>
          <a:lstStyle>
            <a:defPPr>
              <a:defRPr lang="en-US"/>
            </a:defPPr>
            <a:lvl1pPr marL="0" algn="l" defTabSz="1371600" rtl="0" eaLnBrk="1" latinLnBrk="0" hangingPunct="1">
              <a:defRPr sz="1800" kern="1200">
                <a:solidFill>
                  <a:schemeClr val="bg1">
                    <a:lumMod val="95000"/>
                  </a:schemeClr>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fld id="{6A2FB766-65F0-4DA2-8A2E-3C832D554713}" type="datetime1">
              <a:rPr lang="en-US" smtClean="0"/>
              <a:pPr/>
              <a:t>10/8/2025</a:t>
            </a:fld>
            <a:endParaRPr lang="en-US" dirty="0"/>
          </a:p>
        </p:txBody>
      </p:sp>
      <p:sp>
        <p:nvSpPr>
          <p:cNvPr id="8" name="TextBox 7"/>
          <p:cNvSpPr txBox="1"/>
          <p:nvPr/>
        </p:nvSpPr>
        <p:spPr>
          <a:xfrm>
            <a:off x="6533762" y="1260317"/>
            <a:ext cx="10858500" cy="1384995"/>
          </a:xfrm>
          <a:prstGeom prst="rect">
            <a:avLst/>
          </a:prstGeom>
          <a:noFill/>
        </p:spPr>
        <p:txBody>
          <a:bodyPr wrap="square" rtlCol="0">
            <a:spAutoFit/>
          </a:bodyPr>
          <a:lstStyle/>
          <a:p>
            <a:pPr algn="r"/>
            <a:r>
              <a:rPr lang="en-US" sz="4200" b="1" dirty="0">
                <a:solidFill>
                  <a:srgbClr val="0099CC"/>
                </a:solidFill>
                <a:latin typeface="arial" panose="020B0604020202020204" pitchFamily="34" charset="0"/>
              </a:rPr>
              <a:t>The National University of Computer and Emerging Sciences</a:t>
            </a:r>
            <a:endParaRPr lang="en-US" sz="4200" b="1" dirty="0">
              <a:solidFill>
                <a:srgbClr val="0099CC"/>
              </a:solidFill>
            </a:endParaRPr>
          </a:p>
        </p:txBody>
      </p:sp>
      <p:sp>
        <p:nvSpPr>
          <p:cNvPr id="9" name="AutoShape 8"/>
          <p:cNvSpPr>
            <a:spLocks noChangeArrowheads="1"/>
          </p:cNvSpPr>
          <p:nvPr/>
        </p:nvSpPr>
        <p:spPr bwMode="auto">
          <a:xfrm>
            <a:off x="2770267" y="3918505"/>
            <a:ext cx="12630149" cy="1094783"/>
          </a:xfrm>
          <a:prstGeom prst="roundRect">
            <a:avLst>
              <a:gd name="adj" fmla="val 16667"/>
            </a:avLst>
          </a:prstGeom>
          <a:solidFill>
            <a:srgbClr val="002060"/>
          </a:solidFill>
          <a:ln w="9525">
            <a:solidFill>
              <a:schemeClr val="tx1"/>
            </a:solidFill>
            <a:round/>
            <a:headEnd/>
            <a:tailEnd/>
          </a:ln>
          <a:effectLst>
            <a:outerShdw dist="45791" dir="3378596" algn="ctr" rotWithShape="0">
              <a:schemeClr val="bg2"/>
            </a:outerShdw>
          </a:effectLst>
        </p:spPr>
        <p:txBody>
          <a:bodyPr wrap="none" anchor="ctr"/>
          <a:lstStyle/>
          <a:p>
            <a:pPr algn="ctr">
              <a:spcBef>
                <a:spcPct val="50000"/>
              </a:spcBef>
            </a:pPr>
            <a:r>
              <a:rPr lang="en-US" sz="4800" dirty="0">
                <a:solidFill>
                  <a:schemeClr val="bg1"/>
                </a:solidFill>
              </a:rPr>
              <a:t>Recurrent Neural Network</a:t>
            </a:r>
          </a:p>
        </p:txBody>
      </p:sp>
      <p:sp>
        <p:nvSpPr>
          <p:cNvPr id="10" name="Text Box 10"/>
          <p:cNvSpPr txBox="1">
            <a:spLocks noChangeArrowheads="1"/>
          </p:cNvSpPr>
          <p:nvPr/>
        </p:nvSpPr>
        <p:spPr bwMode="auto">
          <a:xfrm>
            <a:off x="3829050" y="7244450"/>
            <a:ext cx="10629900" cy="1246495"/>
          </a:xfrm>
          <a:prstGeom prst="rect">
            <a:avLst/>
          </a:prstGeom>
          <a:noFill/>
          <a:ln w="9525">
            <a:noFill/>
            <a:miter lim="800000"/>
            <a:headEnd/>
            <a:tailEnd/>
          </a:ln>
          <a:effectLst/>
        </p:spPr>
        <p:txBody>
          <a:bodyPr>
            <a:spAutoFit/>
          </a:bodyPr>
          <a:lstStyle/>
          <a:p>
            <a:pPr algn="ctr">
              <a:spcBef>
                <a:spcPct val="50000"/>
              </a:spcBef>
            </a:pPr>
            <a:r>
              <a:rPr lang="en-GB" sz="3000" b="1" dirty="0">
                <a:solidFill>
                  <a:srgbClr val="002060"/>
                </a:solidFill>
                <a:latin typeface="Arial" charset="0"/>
              </a:rPr>
              <a:t>Dr. Qurat Ul Ain</a:t>
            </a:r>
          </a:p>
          <a:p>
            <a:pPr algn="ctr">
              <a:spcBef>
                <a:spcPct val="50000"/>
              </a:spcBef>
            </a:pPr>
            <a:r>
              <a:rPr lang="en-GB" sz="3000" b="1" dirty="0">
                <a:solidFill>
                  <a:srgbClr val="002060"/>
                </a:solidFill>
                <a:latin typeface="Arial" charset="0"/>
              </a:rPr>
              <a:t>Department of AI &amp; DS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
        <p:nvSpPr>
          <p:cNvPr id="3" name="TextBox 2"/>
          <p:cNvSpPr txBox="1"/>
          <p:nvPr/>
        </p:nvSpPr>
        <p:spPr>
          <a:xfrm>
            <a:off x="3771900" y="5764130"/>
            <a:ext cx="11087100" cy="738664"/>
          </a:xfrm>
          <a:prstGeom prst="rect">
            <a:avLst/>
          </a:prstGeom>
          <a:noFill/>
        </p:spPr>
        <p:txBody>
          <a:bodyPr wrap="square" rtlCol="0">
            <a:spAutoFit/>
          </a:bodyPr>
          <a:lstStyle/>
          <a:p>
            <a:pPr algn="ctr">
              <a:spcBef>
                <a:spcPct val="50000"/>
              </a:spcBef>
            </a:pPr>
            <a:r>
              <a:rPr lang="en-US" sz="4200" b="1" dirty="0"/>
              <a:t>Deep Learning  </a:t>
            </a:r>
          </a:p>
        </p:txBody>
      </p:sp>
      <p:pic>
        <p:nvPicPr>
          <p:cNvPr id="4098" name="Picture 2" descr="National University of Computer and Emerging Sciences - Wikipedia">
            <a:extLst>
              <a:ext uri="{FF2B5EF4-FFF2-40B4-BE49-F238E27FC236}">
                <a16:creationId xmlns:a16="http://schemas.microsoft.com/office/drawing/2014/main" id="{E0F510F5-0228-44A0-926A-4D4211F68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1" y="679628"/>
            <a:ext cx="2797334" cy="2797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205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FAE4304-5B6D-4B62-955F-7A320EC98C17}"/>
              </a:ext>
            </a:extLst>
          </p:cNvPr>
          <p:cNvGrpSpPr/>
          <p:nvPr/>
        </p:nvGrpSpPr>
        <p:grpSpPr>
          <a:xfrm>
            <a:off x="-1945470" y="-2376191"/>
            <a:ext cx="5272633" cy="5272633"/>
            <a:chOff x="0" y="0"/>
            <a:chExt cx="812800" cy="812800"/>
          </a:xfrm>
        </p:grpSpPr>
        <p:sp>
          <p:nvSpPr>
            <p:cNvPr id="3" name="Freeform 3">
              <a:extLst>
                <a:ext uri="{FF2B5EF4-FFF2-40B4-BE49-F238E27FC236}">
                  <a16:creationId xmlns:a16="http://schemas.microsoft.com/office/drawing/2014/main" id="{9AB6618B-EC8C-468D-8969-8F7848561E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a:extLst>
                <a:ext uri="{FF2B5EF4-FFF2-40B4-BE49-F238E27FC236}">
                  <a16:creationId xmlns:a16="http://schemas.microsoft.com/office/drawing/2014/main" id="{D584736D-E5F0-47EB-9C13-DECD93E847D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660FF507-E528-4A29-BD7C-38DD2DB683B9}"/>
              </a:ext>
            </a:extLst>
          </p:cNvPr>
          <p:cNvGrpSpPr/>
          <p:nvPr/>
        </p:nvGrpSpPr>
        <p:grpSpPr>
          <a:xfrm>
            <a:off x="14914620" y="7117545"/>
            <a:ext cx="5704840" cy="5704840"/>
            <a:chOff x="0" y="0"/>
            <a:chExt cx="812800" cy="812800"/>
          </a:xfrm>
        </p:grpSpPr>
        <p:sp>
          <p:nvSpPr>
            <p:cNvPr id="6" name="Freeform 6">
              <a:extLst>
                <a:ext uri="{FF2B5EF4-FFF2-40B4-BE49-F238E27FC236}">
                  <a16:creationId xmlns:a16="http://schemas.microsoft.com/office/drawing/2014/main" id="{B00C7E92-5B2F-4504-8202-0D8CEB19CC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a:extLst>
                <a:ext uri="{FF2B5EF4-FFF2-40B4-BE49-F238E27FC236}">
                  <a16:creationId xmlns:a16="http://schemas.microsoft.com/office/drawing/2014/main" id="{64391316-AAF8-432A-952D-61B238DFC8D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219FF11-56EC-4246-960A-27ADA796C6E3}"/>
              </a:ext>
            </a:extLst>
          </p:cNvPr>
          <p:cNvGrpSpPr/>
          <p:nvPr/>
        </p:nvGrpSpPr>
        <p:grpSpPr>
          <a:xfrm>
            <a:off x="14323752" y="9567782"/>
            <a:ext cx="1839350" cy="1839350"/>
            <a:chOff x="0" y="0"/>
            <a:chExt cx="812800" cy="812800"/>
          </a:xfrm>
        </p:grpSpPr>
        <p:sp>
          <p:nvSpPr>
            <p:cNvPr id="9" name="Freeform 9">
              <a:extLst>
                <a:ext uri="{FF2B5EF4-FFF2-40B4-BE49-F238E27FC236}">
                  <a16:creationId xmlns:a16="http://schemas.microsoft.com/office/drawing/2014/main" id="{49AF13C4-BB74-4CDD-B2A7-817A791BB2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a:extLst>
                <a:ext uri="{FF2B5EF4-FFF2-40B4-BE49-F238E27FC236}">
                  <a16:creationId xmlns:a16="http://schemas.microsoft.com/office/drawing/2014/main" id="{804116A2-7EC4-4058-BA6E-A5A45BBCEC7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AA26D2A-F4AC-4E33-B1E9-9EC4C54DC108}"/>
              </a:ext>
            </a:extLst>
          </p:cNvPr>
          <p:cNvGrpSpPr/>
          <p:nvPr/>
        </p:nvGrpSpPr>
        <p:grpSpPr>
          <a:xfrm>
            <a:off x="-651846" y="2203119"/>
            <a:ext cx="1386647" cy="1386647"/>
            <a:chOff x="0" y="0"/>
            <a:chExt cx="812800" cy="812800"/>
          </a:xfrm>
        </p:grpSpPr>
        <p:sp>
          <p:nvSpPr>
            <p:cNvPr id="12" name="Freeform 12">
              <a:extLst>
                <a:ext uri="{FF2B5EF4-FFF2-40B4-BE49-F238E27FC236}">
                  <a16:creationId xmlns:a16="http://schemas.microsoft.com/office/drawing/2014/main" id="{6A0642CC-B25B-4E6A-892E-EB789A9872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a:extLst>
                <a:ext uri="{FF2B5EF4-FFF2-40B4-BE49-F238E27FC236}">
                  <a16:creationId xmlns:a16="http://schemas.microsoft.com/office/drawing/2014/main" id="{80CBE854-75F7-4140-8CC7-C1D7DCA37D7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5">
            <a:extLst>
              <a:ext uri="{FF2B5EF4-FFF2-40B4-BE49-F238E27FC236}">
                <a16:creationId xmlns:a16="http://schemas.microsoft.com/office/drawing/2014/main" id="{3D21887B-4E0C-4A9D-96D1-CE17232415AE}"/>
              </a:ext>
            </a:extLst>
          </p:cNvPr>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6">
            <a:extLst>
              <a:ext uri="{FF2B5EF4-FFF2-40B4-BE49-F238E27FC236}">
                <a16:creationId xmlns:a16="http://schemas.microsoft.com/office/drawing/2014/main" id="{76B17CDE-C9DF-4B7D-971F-82AAA6A3F07A}"/>
              </a:ext>
            </a:extLst>
          </p:cNvPr>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7">
            <a:extLst>
              <a:ext uri="{FF2B5EF4-FFF2-40B4-BE49-F238E27FC236}">
                <a16:creationId xmlns:a16="http://schemas.microsoft.com/office/drawing/2014/main" id="{C45D3B97-CC18-44A9-AFCE-6C7BCE9CC241}"/>
              </a:ext>
            </a:extLst>
          </p:cNvPr>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8">
            <a:extLst>
              <a:ext uri="{FF2B5EF4-FFF2-40B4-BE49-F238E27FC236}">
                <a16:creationId xmlns:a16="http://schemas.microsoft.com/office/drawing/2014/main" id="{4D9DD1C9-88C9-45FD-ACC6-58E2F6E29562}"/>
              </a:ext>
            </a:extLst>
          </p:cNvPr>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8" name="Freeform 19">
            <a:extLst>
              <a:ext uri="{FF2B5EF4-FFF2-40B4-BE49-F238E27FC236}">
                <a16:creationId xmlns:a16="http://schemas.microsoft.com/office/drawing/2014/main" id="{38331464-C6AC-43A3-8A35-0D9B6F296373}"/>
              </a:ext>
            </a:extLst>
          </p:cNvPr>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9" name="Freeform 20">
            <a:extLst>
              <a:ext uri="{FF2B5EF4-FFF2-40B4-BE49-F238E27FC236}">
                <a16:creationId xmlns:a16="http://schemas.microsoft.com/office/drawing/2014/main" id="{10005FA9-EE01-4F6A-9FF8-146FA9FF29C9}"/>
              </a:ext>
            </a:extLst>
          </p:cNvPr>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TextBox 21">
            <a:extLst>
              <a:ext uri="{FF2B5EF4-FFF2-40B4-BE49-F238E27FC236}">
                <a16:creationId xmlns:a16="http://schemas.microsoft.com/office/drawing/2014/main" id="{9914A604-8BD6-4CD6-A351-E0F4099B4E07}"/>
              </a:ext>
            </a:extLst>
          </p:cNvPr>
          <p:cNvSpPr txBox="1"/>
          <p:nvPr/>
        </p:nvSpPr>
        <p:spPr>
          <a:xfrm>
            <a:off x="3215382" y="3125468"/>
            <a:ext cx="12155338" cy="2900666"/>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Recurrent Neural Network (RNN)</a:t>
            </a:r>
          </a:p>
        </p:txBody>
      </p:sp>
    </p:spTree>
    <p:extLst>
      <p:ext uri="{BB962C8B-B14F-4D97-AF65-F5344CB8AC3E}">
        <p14:creationId xmlns:p14="http://schemas.microsoft.com/office/powerpoint/2010/main" val="1283062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1" name="TextBox 21"/>
          <p:cNvSpPr txBox="1"/>
          <p:nvPr/>
        </p:nvSpPr>
        <p:spPr>
          <a:xfrm>
            <a:off x="3158316" y="369102"/>
            <a:ext cx="11545738" cy="1387431"/>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Why RNN?</a:t>
            </a:r>
          </a:p>
        </p:txBody>
      </p:sp>
      <p:sp>
        <p:nvSpPr>
          <p:cNvPr id="36" name="object 3"/>
          <p:cNvSpPr txBox="1"/>
          <p:nvPr/>
        </p:nvSpPr>
        <p:spPr>
          <a:xfrm>
            <a:off x="2971800" y="3298985"/>
            <a:ext cx="12691042" cy="2882840"/>
          </a:xfrm>
          <a:prstGeom prst="rect">
            <a:avLst/>
          </a:prstGeom>
        </p:spPr>
        <p:txBody>
          <a:bodyPr vert="horz" wrap="square" lIns="0" tIns="0" rIns="0" bIns="0" rtlCol="0">
            <a:spAutoFit/>
          </a:bodyPr>
          <a:lstStyle/>
          <a:p>
            <a:pPr marL="19050"/>
            <a:r>
              <a:rPr sz="3600" spc="135" dirty="0">
                <a:solidFill>
                  <a:srgbClr val="404040"/>
                </a:solidFill>
                <a:latin typeface="Palatino Linotype"/>
                <a:cs typeface="Palatino Linotype"/>
              </a:rPr>
              <a:t>W</a:t>
            </a:r>
            <a:r>
              <a:rPr sz="3600" spc="-23" dirty="0">
                <a:solidFill>
                  <a:srgbClr val="404040"/>
                </a:solidFill>
                <a:latin typeface="Palatino Linotype"/>
                <a:cs typeface="Palatino Linotype"/>
              </a:rPr>
              <a:t>hy</a:t>
            </a:r>
            <a:r>
              <a:rPr sz="3600" spc="306" dirty="0">
                <a:solidFill>
                  <a:srgbClr val="404040"/>
                </a:solidFill>
                <a:latin typeface="Palatino Linotype"/>
                <a:cs typeface="Palatino Linotype"/>
              </a:rPr>
              <a:t> </a:t>
            </a:r>
            <a:r>
              <a:rPr sz="3600" spc="-113" dirty="0">
                <a:solidFill>
                  <a:srgbClr val="404040"/>
                </a:solidFill>
                <a:latin typeface="Palatino Linotype"/>
                <a:cs typeface="Palatino Linotype"/>
              </a:rPr>
              <a:t>d</a:t>
            </a:r>
            <a:r>
              <a:rPr sz="3600" spc="-83" dirty="0">
                <a:solidFill>
                  <a:srgbClr val="404040"/>
                </a:solidFill>
                <a:latin typeface="Palatino Linotype"/>
                <a:cs typeface="Palatino Linotype"/>
              </a:rPr>
              <a:t>o</a:t>
            </a:r>
            <a:r>
              <a:rPr sz="3600" spc="306" dirty="0">
                <a:solidFill>
                  <a:srgbClr val="404040"/>
                </a:solidFill>
                <a:latin typeface="Palatino Linotype"/>
                <a:cs typeface="Palatino Linotype"/>
              </a:rPr>
              <a:t> </a:t>
            </a:r>
            <a:r>
              <a:rPr sz="3600" spc="-248" dirty="0">
                <a:solidFill>
                  <a:srgbClr val="404040"/>
                </a:solidFill>
                <a:latin typeface="Palatino Linotype"/>
                <a:cs typeface="Palatino Linotype"/>
              </a:rPr>
              <a:t>w</a:t>
            </a:r>
            <a:r>
              <a:rPr sz="3600" spc="-45" dirty="0">
                <a:solidFill>
                  <a:srgbClr val="404040"/>
                </a:solidFill>
                <a:latin typeface="Palatino Linotype"/>
                <a:cs typeface="Palatino Linotype"/>
              </a:rPr>
              <a:t>e</a:t>
            </a:r>
            <a:r>
              <a:rPr sz="3600" spc="306" dirty="0">
                <a:solidFill>
                  <a:srgbClr val="404040"/>
                </a:solidFill>
                <a:latin typeface="Palatino Linotype"/>
                <a:cs typeface="Palatino Linotype"/>
              </a:rPr>
              <a:t> </a:t>
            </a:r>
            <a:r>
              <a:rPr sz="3600" spc="-23" dirty="0">
                <a:solidFill>
                  <a:srgbClr val="404040"/>
                </a:solidFill>
                <a:latin typeface="Palatino Linotype"/>
                <a:cs typeface="Palatino Linotype"/>
              </a:rPr>
              <a:t>n</a:t>
            </a:r>
            <a:r>
              <a:rPr sz="3600" spc="-38" dirty="0">
                <a:solidFill>
                  <a:srgbClr val="404040"/>
                </a:solidFill>
                <a:latin typeface="Palatino Linotype"/>
                <a:cs typeface="Palatino Linotype"/>
              </a:rPr>
              <a:t>ee</a:t>
            </a:r>
            <a:r>
              <a:rPr sz="3600" spc="-113" dirty="0">
                <a:solidFill>
                  <a:srgbClr val="404040"/>
                </a:solidFill>
                <a:latin typeface="Palatino Linotype"/>
                <a:cs typeface="Palatino Linotype"/>
              </a:rPr>
              <a:t>d</a:t>
            </a:r>
            <a:r>
              <a:rPr sz="3600" spc="300" dirty="0">
                <a:solidFill>
                  <a:srgbClr val="404040"/>
                </a:solidFill>
                <a:latin typeface="Palatino Linotype"/>
                <a:cs typeface="Palatino Linotype"/>
              </a:rPr>
              <a:t> </a:t>
            </a:r>
            <a:r>
              <a:rPr sz="3600" spc="248" dirty="0">
                <a:solidFill>
                  <a:srgbClr val="404040"/>
                </a:solidFill>
                <a:latin typeface="Palatino Linotype"/>
                <a:cs typeface="Palatino Linotype"/>
              </a:rPr>
              <a:t>R</a:t>
            </a:r>
            <a:r>
              <a:rPr sz="3600" spc="-38" dirty="0">
                <a:solidFill>
                  <a:srgbClr val="404040"/>
                </a:solidFill>
                <a:latin typeface="Palatino Linotype"/>
                <a:cs typeface="Palatino Linotype"/>
              </a:rPr>
              <a:t>e</a:t>
            </a:r>
            <a:r>
              <a:rPr sz="3600" spc="60" dirty="0">
                <a:solidFill>
                  <a:srgbClr val="404040"/>
                </a:solidFill>
                <a:latin typeface="Palatino Linotype"/>
                <a:cs typeface="Palatino Linotype"/>
              </a:rPr>
              <a:t>c</a:t>
            </a:r>
            <a:r>
              <a:rPr sz="3600" spc="-75" dirty="0">
                <a:solidFill>
                  <a:srgbClr val="404040"/>
                </a:solidFill>
                <a:latin typeface="Palatino Linotype"/>
                <a:cs typeface="Palatino Linotype"/>
              </a:rPr>
              <a:t>u</a:t>
            </a:r>
            <a:r>
              <a:rPr sz="3600" spc="23" dirty="0">
                <a:solidFill>
                  <a:srgbClr val="404040"/>
                </a:solidFill>
                <a:latin typeface="Palatino Linotype"/>
                <a:cs typeface="Palatino Linotype"/>
              </a:rPr>
              <a:t>rr</a:t>
            </a:r>
            <a:r>
              <a:rPr sz="3600" spc="-38" dirty="0">
                <a:solidFill>
                  <a:srgbClr val="404040"/>
                </a:solidFill>
                <a:latin typeface="Palatino Linotype"/>
                <a:cs typeface="Palatino Linotype"/>
              </a:rPr>
              <a:t>e</a:t>
            </a:r>
            <a:r>
              <a:rPr sz="3600" spc="-23" dirty="0">
                <a:solidFill>
                  <a:srgbClr val="404040"/>
                </a:solidFill>
                <a:latin typeface="Palatino Linotype"/>
                <a:cs typeface="Palatino Linotype"/>
              </a:rPr>
              <a:t>n</a:t>
            </a:r>
            <a:r>
              <a:rPr sz="3600" spc="233" dirty="0">
                <a:solidFill>
                  <a:srgbClr val="404040"/>
                </a:solidFill>
                <a:latin typeface="Palatino Linotype"/>
                <a:cs typeface="Palatino Linotype"/>
              </a:rPr>
              <a:t>t</a:t>
            </a:r>
            <a:r>
              <a:rPr sz="3600" spc="300" dirty="0">
                <a:solidFill>
                  <a:srgbClr val="404040"/>
                </a:solidFill>
                <a:latin typeface="Palatino Linotype"/>
                <a:cs typeface="Palatino Linotype"/>
              </a:rPr>
              <a:t> </a:t>
            </a:r>
            <a:r>
              <a:rPr sz="3600" spc="-248" dirty="0">
                <a:solidFill>
                  <a:srgbClr val="404040"/>
                </a:solidFill>
                <a:latin typeface="Palatino Linotype"/>
                <a:cs typeface="Palatino Linotype"/>
              </a:rPr>
              <a:t>N</a:t>
            </a:r>
            <a:r>
              <a:rPr sz="3600" spc="-38" dirty="0">
                <a:solidFill>
                  <a:srgbClr val="404040"/>
                </a:solidFill>
                <a:latin typeface="Palatino Linotype"/>
                <a:cs typeface="Palatino Linotype"/>
              </a:rPr>
              <a:t>e</a:t>
            </a:r>
            <a:r>
              <a:rPr sz="3600" spc="-75" dirty="0">
                <a:solidFill>
                  <a:srgbClr val="404040"/>
                </a:solidFill>
                <a:latin typeface="Palatino Linotype"/>
                <a:cs typeface="Palatino Linotype"/>
              </a:rPr>
              <a:t>u</a:t>
            </a:r>
            <a:r>
              <a:rPr sz="3600" spc="23" dirty="0">
                <a:solidFill>
                  <a:srgbClr val="404040"/>
                </a:solidFill>
                <a:latin typeface="Palatino Linotype"/>
                <a:cs typeface="Palatino Linotype"/>
              </a:rPr>
              <a:t>ra</a:t>
            </a:r>
            <a:r>
              <a:rPr sz="3600" spc="-15" dirty="0">
                <a:solidFill>
                  <a:srgbClr val="404040"/>
                </a:solidFill>
                <a:latin typeface="Palatino Linotype"/>
                <a:cs typeface="Palatino Linotype"/>
              </a:rPr>
              <a:t>l</a:t>
            </a:r>
            <a:r>
              <a:rPr sz="3600" spc="300" dirty="0">
                <a:solidFill>
                  <a:srgbClr val="404040"/>
                </a:solidFill>
                <a:latin typeface="Palatino Linotype"/>
                <a:cs typeface="Palatino Linotype"/>
              </a:rPr>
              <a:t> </a:t>
            </a:r>
            <a:r>
              <a:rPr sz="3600" spc="-248" dirty="0">
                <a:solidFill>
                  <a:srgbClr val="404040"/>
                </a:solidFill>
                <a:latin typeface="Palatino Linotype"/>
                <a:cs typeface="Palatino Linotype"/>
              </a:rPr>
              <a:t>N</a:t>
            </a:r>
            <a:r>
              <a:rPr sz="3600" spc="-38" dirty="0">
                <a:solidFill>
                  <a:srgbClr val="404040"/>
                </a:solidFill>
                <a:latin typeface="Palatino Linotype"/>
                <a:cs typeface="Palatino Linotype"/>
              </a:rPr>
              <a:t>e</a:t>
            </a:r>
            <a:r>
              <a:rPr sz="3600" spc="233" dirty="0">
                <a:solidFill>
                  <a:srgbClr val="404040"/>
                </a:solidFill>
                <a:latin typeface="Palatino Linotype"/>
                <a:cs typeface="Palatino Linotype"/>
              </a:rPr>
              <a:t>t</a:t>
            </a:r>
            <a:r>
              <a:rPr sz="3600" spc="-248" dirty="0">
                <a:solidFill>
                  <a:srgbClr val="404040"/>
                </a:solidFill>
                <a:latin typeface="Palatino Linotype"/>
                <a:cs typeface="Palatino Linotype"/>
              </a:rPr>
              <a:t>w</a:t>
            </a:r>
            <a:r>
              <a:rPr sz="3600" spc="-75" dirty="0">
                <a:solidFill>
                  <a:srgbClr val="404040"/>
                </a:solidFill>
                <a:latin typeface="Palatino Linotype"/>
                <a:cs typeface="Palatino Linotype"/>
              </a:rPr>
              <a:t>o</a:t>
            </a:r>
            <a:r>
              <a:rPr sz="3600" spc="23" dirty="0">
                <a:solidFill>
                  <a:srgbClr val="404040"/>
                </a:solidFill>
                <a:latin typeface="Palatino Linotype"/>
                <a:cs typeface="Palatino Linotype"/>
              </a:rPr>
              <a:t>r</a:t>
            </a:r>
            <a:r>
              <a:rPr sz="3600" spc="-15" dirty="0">
                <a:solidFill>
                  <a:srgbClr val="404040"/>
                </a:solidFill>
                <a:latin typeface="Palatino Linotype"/>
                <a:cs typeface="Palatino Linotype"/>
              </a:rPr>
              <a:t>k</a:t>
            </a:r>
            <a:r>
              <a:rPr sz="3600" spc="143" dirty="0">
                <a:solidFill>
                  <a:srgbClr val="404040"/>
                </a:solidFill>
                <a:latin typeface="Palatino Linotype"/>
                <a:cs typeface="Palatino Linotype"/>
              </a:rPr>
              <a:t>?</a:t>
            </a:r>
            <a:endParaRPr sz="3600" dirty="0">
              <a:latin typeface="Palatino Linotype"/>
              <a:cs typeface="Palatino Linotype"/>
            </a:endParaRPr>
          </a:p>
          <a:p>
            <a:pPr marL="704850" indent="-685800">
              <a:spcBef>
                <a:spcPts val="1740"/>
              </a:spcBef>
              <a:buClr>
                <a:srgbClr val="404040"/>
              </a:buClr>
              <a:buFont typeface="Palatino Linotype"/>
              <a:buAutoNum type="arabicPeriod"/>
              <a:tabLst>
                <a:tab pos="704850" algn="l"/>
              </a:tabLst>
            </a:pPr>
            <a:r>
              <a:rPr sz="3600" spc="135" dirty="0">
                <a:solidFill>
                  <a:srgbClr val="404040"/>
                </a:solidFill>
                <a:latin typeface="Palatino Linotype"/>
                <a:cs typeface="Palatino Linotype"/>
              </a:rPr>
              <a:t>W</a:t>
            </a:r>
            <a:r>
              <a:rPr sz="3600" spc="-23" dirty="0">
                <a:solidFill>
                  <a:srgbClr val="404040"/>
                </a:solidFill>
                <a:latin typeface="Palatino Linotype"/>
                <a:cs typeface="Palatino Linotype"/>
              </a:rPr>
              <a:t>h</a:t>
            </a:r>
            <a:r>
              <a:rPr sz="3600" spc="23" dirty="0">
                <a:solidFill>
                  <a:srgbClr val="404040"/>
                </a:solidFill>
                <a:latin typeface="Palatino Linotype"/>
                <a:cs typeface="Palatino Linotype"/>
              </a:rPr>
              <a:t>a</a:t>
            </a:r>
            <a:r>
              <a:rPr sz="3600" spc="233" dirty="0">
                <a:solidFill>
                  <a:srgbClr val="404040"/>
                </a:solidFill>
                <a:latin typeface="Palatino Linotype"/>
                <a:cs typeface="Palatino Linotype"/>
              </a:rPr>
              <a:t>t</a:t>
            </a:r>
            <a:r>
              <a:rPr sz="3600" spc="300" dirty="0">
                <a:solidFill>
                  <a:srgbClr val="404040"/>
                </a:solidFill>
                <a:latin typeface="Palatino Linotype"/>
                <a:cs typeface="Palatino Linotype"/>
              </a:rPr>
              <a:t> </a:t>
            </a:r>
            <a:r>
              <a:rPr sz="3600" spc="278" dirty="0">
                <a:solidFill>
                  <a:srgbClr val="404040"/>
                </a:solidFill>
                <a:latin typeface="Palatino Linotype"/>
                <a:cs typeface="Palatino Linotype"/>
              </a:rPr>
              <a:t>P</a:t>
            </a:r>
            <a:r>
              <a:rPr sz="3600" spc="23" dirty="0">
                <a:solidFill>
                  <a:srgbClr val="404040"/>
                </a:solidFill>
                <a:latin typeface="Palatino Linotype"/>
                <a:cs typeface="Palatino Linotype"/>
              </a:rPr>
              <a:t>r</a:t>
            </a:r>
            <a:r>
              <a:rPr sz="3600" spc="-75" dirty="0">
                <a:solidFill>
                  <a:srgbClr val="404040"/>
                </a:solidFill>
                <a:latin typeface="Palatino Linotype"/>
                <a:cs typeface="Palatino Linotype"/>
              </a:rPr>
              <a:t>o</a:t>
            </a:r>
            <a:r>
              <a:rPr sz="3600" spc="60" dirty="0">
                <a:solidFill>
                  <a:srgbClr val="404040"/>
                </a:solidFill>
                <a:latin typeface="Palatino Linotype"/>
                <a:cs typeface="Palatino Linotype"/>
              </a:rPr>
              <a:t>b</a:t>
            </a:r>
            <a:r>
              <a:rPr sz="3600" spc="-15" dirty="0">
                <a:solidFill>
                  <a:srgbClr val="404040"/>
                </a:solidFill>
                <a:latin typeface="Palatino Linotype"/>
                <a:cs typeface="Palatino Linotype"/>
              </a:rPr>
              <a:t>l</a:t>
            </a:r>
            <a:r>
              <a:rPr sz="3600" spc="-38" dirty="0">
                <a:solidFill>
                  <a:srgbClr val="404040"/>
                </a:solidFill>
                <a:latin typeface="Palatino Linotype"/>
                <a:cs typeface="Palatino Linotype"/>
              </a:rPr>
              <a:t>e</a:t>
            </a:r>
            <a:r>
              <a:rPr sz="3600" spc="-53" dirty="0">
                <a:solidFill>
                  <a:srgbClr val="404040"/>
                </a:solidFill>
                <a:latin typeface="Palatino Linotype"/>
                <a:cs typeface="Palatino Linotype"/>
              </a:rPr>
              <a:t>m</a:t>
            </a:r>
            <a:r>
              <a:rPr sz="3600" spc="-45" dirty="0">
                <a:solidFill>
                  <a:srgbClr val="404040"/>
                </a:solidFill>
                <a:latin typeface="Palatino Linotype"/>
                <a:cs typeface="Palatino Linotype"/>
              </a:rPr>
              <a:t>s</a:t>
            </a:r>
            <a:r>
              <a:rPr sz="3600" spc="306" dirty="0">
                <a:solidFill>
                  <a:srgbClr val="404040"/>
                </a:solidFill>
                <a:latin typeface="Palatino Linotype"/>
                <a:cs typeface="Palatino Linotype"/>
              </a:rPr>
              <a:t> </a:t>
            </a:r>
            <a:r>
              <a:rPr sz="3600" spc="23" dirty="0">
                <a:solidFill>
                  <a:srgbClr val="404040"/>
                </a:solidFill>
                <a:latin typeface="Palatino Linotype"/>
                <a:cs typeface="Palatino Linotype"/>
              </a:rPr>
              <a:t>ar</a:t>
            </a:r>
            <a:r>
              <a:rPr sz="3600" spc="-45" dirty="0">
                <a:solidFill>
                  <a:srgbClr val="404040"/>
                </a:solidFill>
                <a:latin typeface="Palatino Linotype"/>
                <a:cs typeface="Palatino Linotype"/>
              </a:rPr>
              <a:t>e</a:t>
            </a:r>
            <a:r>
              <a:rPr sz="3600" spc="306" dirty="0">
                <a:solidFill>
                  <a:srgbClr val="404040"/>
                </a:solidFill>
                <a:latin typeface="Palatino Linotype"/>
                <a:cs typeface="Palatino Linotype"/>
              </a:rPr>
              <a:t> </a:t>
            </a:r>
            <a:r>
              <a:rPr sz="3600" spc="-248" dirty="0">
                <a:solidFill>
                  <a:srgbClr val="404040"/>
                </a:solidFill>
                <a:latin typeface="Palatino Linotype"/>
                <a:cs typeface="Palatino Linotype"/>
              </a:rPr>
              <a:t>N</a:t>
            </a:r>
            <a:r>
              <a:rPr sz="3600" spc="-75" dirty="0">
                <a:solidFill>
                  <a:srgbClr val="404040"/>
                </a:solidFill>
                <a:latin typeface="Palatino Linotype"/>
                <a:cs typeface="Palatino Linotype"/>
              </a:rPr>
              <a:t>o</a:t>
            </a:r>
            <a:r>
              <a:rPr sz="3600" spc="23" dirty="0">
                <a:solidFill>
                  <a:srgbClr val="404040"/>
                </a:solidFill>
                <a:latin typeface="Palatino Linotype"/>
                <a:cs typeface="Palatino Linotype"/>
              </a:rPr>
              <a:t>r</a:t>
            </a:r>
            <a:r>
              <a:rPr sz="3600" spc="-53" dirty="0">
                <a:solidFill>
                  <a:srgbClr val="404040"/>
                </a:solidFill>
                <a:latin typeface="Palatino Linotype"/>
                <a:cs typeface="Palatino Linotype"/>
              </a:rPr>
              <a:t>m</a:t>
            </a:r>
            <a:r>
              <a:rPr sz="3600" spc="23" dirty="0">
                <a:solidFill>
                  <a:srgbClr val="404040"/>
                </a:solidFill>
                <a:latin typeface="Palatino Linotype"/>
                <a:cs typeface="Palatino Linotype"/>
              </a:rPr>
              <a:t>a</a:t>
            </a:r>
            <a:r>
              <a:rPr sz="3600" spc="-15" dirty="0">
                <a:solidFill>
                  <a:srgbClr val="404040"/>
                </a:solidFill>
                <a:latin typeface="Palatino Linotype"/>
                <a:cs typeface="Palatino Linotype"/>
              </a:rPr>
              <a:t>l</a:t>
            </a:r>
            <a:r>
              <a:rPr sz="3600" spc="300" dirty="0">
                <a:solidFill>
                  <a:srgbClr val="404040"/>
                </a:solidFill>
                <a:latin typeface="Palatino Linotype"/>
                <a:cs typeface="Palatino Linotype"/>
              </a:rPr>
              <a:t> </a:t>
            </a:r>
            <a:r>
              <a:rPr sz="3600" spc="135" dirty="0">
                <a:solidFill>
                  <a:srgbClr val="404040"/>
                </a:solidFill>
                <a:latin typeface="Palatino Linotype"/>
                <a:cs typeface="Palatino Linotype"/>
              </a:rPr>
              <a:t>C</a:t>
            </a:r>
            <a:r>
              <a:rPr sz="3600" spc="-248" dirty="0">
                <a:solidFill>
                  <a:srgbClr val="404040"/>
                </a:solidFill>
                <a:latin typeface="Palatino Linotype"/>
                <a:cs typeface="Palatino Linotype"/>
              </a:rPr>
              <a:t>NN</a:t>
            </a:r>
            <a:r>
              <a:rPr sz="3600" spc="-45" dirty="0">
                <a:solidFill>
                  <a:srgbClr val="404040"/>
                </a:solidFill>
                <a:latin typeface="Palatino Linotype"/>
                <a:cs typeface="Palatino Linotype"/>
              </a:rPr>
              <a:t>s</a:t>
            </a:r>
            <a:r>
              <a:rPr sz="3600" spc="306" dirty="0">
                <a:solidFill>
                  <a:srgbClr val="404040"/>
                </a:solidFill>
                <a:latin typeface="Palatino Linotype"/>
                <a:cs typeface="Palatino Linotype"/>
              </a:rPr>
              <a:t> </a:t>
            </a:r>
            <a:r>
              <a:rPr sz="3600" spc="-113" dirty="0">
                <a:solidFill>
                  <a:srgbClr val="404040"/>
                </a:solidFill>
                <a:latin typeface="Palatino Linotype"/>
                <a:cs typeface="Palatino Linotype"/>
              </a:rPr>
              <a:t>g</a:t>
            </a:r>
            <a:r>
              <a:rPr sz="3600" spc="-75" dirty="0">
                <a:solidFill>
                  <a:srgbClr val="404040"/>
                </a:solidFill>
                <a:latin typeface="Palatino Linotype"/>
                <a:cs typeface="Palatino Linotype"/>
              </a:rPr>
              <a:t>oo</a:t>
            </a:r>
            <a:r>
              <a:rPr sz="3600" spc="-113" dirty="0">
                <a:solidFill>
                  <a:srgbClr val="404040"/>
                </a:solidFill>
                <a:latin typeface="Palatino Linotype"/>
                <a:cs typeface="Palatino Linotype"/>
              </a:rPr>
              <a:t>d</a:t>
            </a:r>
            <a:r>
              <a:rPr sz="3600" spc="300" dirty="0">
                <a:solidFill>
                  <a:srgbClr val="404040"/>
                </a:solidFill>
                <a:latin typeface="Palatino Linotype"/>
                <a:cs typeface="Palatino Linotype"/>
              </a:rPr>
              <a:t> </a:t>
            </a:r>
            <a:r>
              <a:rPr sz="3600" spc="23" dirty="0">
                <a:solidFill>
                  <a:srgbClr val="404040"/>
                </a:solidFill>
                <a:latin typeface="Palatino Linotype"/>
                <a:cs typeface="Palatino Linotype"/>
              </a:rPr>
              <a:t>a</a:t>
            </a:r>
            <a:r>
              <a:rPr sz="3600" spc="233" dirty="0">
                <a:solidFill>
                  <a:srgbClr val="404040"/>
                </a:solidFill>
                <a:latin typeface="Palatino Linotype"/>
                <a:cs typeface="Palatino Linotype"/>
              </a:rPr>
              <a:t>t</a:t>
            </a:r>
            <a:r>
              <a:rPr sz="3600" spc="143" dirty="0">
                <a:solidFill>
                  <a:srgbClr val="404040"/>
                </a:solidFill>
                <a:latin typeface="Palatino Linotype"/>
                <a:cs typeface="Palatino Linotype"/>
              </a:rPr>
              <a:t>?</a:t>
            </a:r>
            <a:endParaRPr sz="3600" dirty="0">
              <a:latin typeface="Palatino Linotype"/>
              <a:cs typeface="Palatino Linotype"/>
            </a:endParaRPr>
          </a:p>
          <a:p>
            <a:pPr marL="704850" indent="-685800">
              <a:spcBef>
                <a:spcPts val="1740"/>
              </a:spcBef>
              <a:buClr>
                <a:srgbClr val="404040"/>
              </a:buClr>
              <a:buFont typeface="Palatino Linotype"/>
              <a:buAutoNum type="arabicPeriod"/>
              <a:tabLst>
                <a:tab pos="704850" algn="l"/>
              </a:tabLst>
            </a:pPr>
            <a:r>
              <a:rPr sz="3600" spc="135" dirty="0">
                <a:solidFill>
                  <a:srgbClr val="404040"/>
                </a:solidFill>
                <a:latin typeface="Palatino Linotype"/>
                <a:cs typeface="Palatino Linotype"/>
              </a:rPr>
              <a:t>W</a:t>
            </a:r>
            <a:r>
              <a:rPr sz="3600" spc="-23" dirty="0">
                <a:solidFill>
                  <a:srgbClr val="404040"/>
                </a:solidFill>
                <a:latin typeface="Palatino Linotype"/>
                <a:cs typeface="Palatino Linotype"/>
              </a:rPr>
              <a:t>h</a:t>
            </a:r>
            <a:r>
              <a:rPr sz="3600" spc="23" dirty="0">
                <a:solidFill>
                  <a:srgbClr val="404040"/>
                </a:solidFill>
                <a:latin typeface="Palatino Linotype"/>
                <a:cs typeface="Palatino Linotype"/>
              </a:rPr>
              <a:t>a</a:t>
            </a:r>
            <a:r>
              <a:rPr sz="3600" spc="233" dirty="0">
                <a:solidFill>
                  <a:srgbClr val="404040"/>
                </a:solidFill>
                <a:latin typeface="Palatino Linotype"/>
                <a:cs typeface="Palatino Linotype"/>
              </a:rPr>
              <a:t>t</a:t>
            </a:r>
            <a:r>
              <a:rPr sz="3600" spc="300" dirty="0">
                <a:solidFill>
                  <a:srgbClr val="404040"/>
                </a:solidFill>
                <a:latin typeface="Palatino Linotype"/>
                <a:cs typeface="Palatino Linotype"/>
              </a:rPr>
              <a:t> </a:t>
            </a:r>
            <a:r>
              <a:rPr sz="3600" spc="-15" dirty="0">
                <a:solidFill>
                  <a:srgbClr val="404040"/>
                </a:solidFill>
                <a:latin typeface="Palatino Linotype"/>
                <a:cs typeface="Palatino Linotype"/>
              </a:rPr>
              <a:t>i</a:t>
            </a:r>
            <a:r>
              <a:rPr sz="3600" spc="-45" dirty="0">
                <a:solidFill>
                  <a:srgbClr val="404040"/>
                </a:solidFill>
                <a:latin typeface="Palatino Linotype"/>
                <a:cs typeface="Palatino Linotype"/>
              </a:rPr>
              <a:t>s</a:t>
            </a:r>
            <a:r>
              <a:rPr sz="3600" spc="306" dirty="0">
                <a:solidFill>
                  <a:srgbClr val="404040"/>
                </a:solidFill>
                <a:latin typeface="Palatino Linotype"/>
                <a:cs typeface="Palatino Linotype"/>
              </a:rPr>
              <a:t> </a:t>
            </a:r>
            <a:r>
              <a:rPr sz="3600" spc="158" dirty="0">
                <a:solidFill>
                  <a:srgbClr val="404040"/>
                </a:solidFill>
                <a:latin typeface="Palatino Linotype"/>
                <a:cs typeface="Palatino Linotype"/>
              </a:rPr>
              <a:t>S</a:t>
            </a:r>
            <a:r>
              <a:rPr sz="3600" spc="-38" dirty="0">
                <a:solidFill>
                  <a:srgbClr val="404040"/>
                </a:solidFill>
                <a:latin typeface="Palatino Linotype"/>
                <a:cs typeface="Palatino Linotype"/>
              </a:rPr>
              <a:t>e</a:t>
            </a:r>
            <a:r>
              <a:rPr sz="3600" spc="-30" dirty="0">
                <a:solidFill>
                  <a:srgbClr val="404040"/>
                </a:solidFill>
                <a:latin typeface="Palatino Linotype"/>
                <a:cs typeface="Palatino Linotype"/>
              </a:rPr>
              <a:t>q</a:t>
            </a:r>
            <a:r>
              <a:rPr sz="3600" spc="-75" dirty="0">
                <a:solidFill>
                  <a:srgbClr val="404040"/>
                </a:solidFill>
                <a:latin typeface="Palatino Linotype"/>
                <a:cs typeface="Palatino Linotype"/>
              </a:rPr>
              <a:t>u</a:t>
            </a:r>
            <a:r>
              <a:rPr sz="3600" spc="-38" dirty="0">
                <a:solidFill>
                  <a:srgbClr val="404040"/>
                </a:solidFill>
                <a:latin typeface="Palatino Linotype"/>
                <a:cs typeface="Palatino Linotype"/>
              </a:rPr>
              <a:t>e</a:t>
            </a:r>
            <a:r>
              <a:rPr sz="3600" spc="-23" dirty="0">
                <a:solidFill>
                  <a:srgbClr val="404040"/>
                </a:solidFill>
                <a:latin typeface="Palatino Linotype"/>
                <a:cs typeface="Palatino Linotype"/>
              </a:rPr>
              <a:t>n</a:t>
            </a:r>
            <a:r>
              <a:rPr sz="3600" spc="60" dirty="0">
                <a:solidFill>
                  <a:srgbClr val="404040"/>
                </a:solidFill>
                <a:latin typeface="Palatino Linotype"/>
                <a:cs typeface="Palatino Linotype"/>
              </a:rPr>
              <a:t>c</a:t>
            </a:r>
            <a:r>
              <a:rPr sz="3600" spc="-45" dirty="0">
                <a:solidFill>
                  <a:srgbClr val="404040"/>
                </a:solidFill>
                <a:latin typeface="Palatino Linotype"/>
                <a:cs typeface="Palatino Linotype"/>
              </a:rPr>
              <a:t>e</a:t>
            </a:r>
            <a:r>
              <a:rPr sz="3600" spc="306" dirty="0">
                <a:solidFill>
                  <a:srgbClr val="404040"/>
                </a:solidFill>
                <a:latin typeface="Palatino Linotype"/>
                <a:cs typeface="Palatino Linotype"/>
              </a:rPr>
              <a:t> </a:t>
            </a:r>
            <a:r>
              <a:rPr sz="3600" spc="75" dirty="0">
                <a:solidFill>
                  <a:srgbClr val="404040"/>
                </a:solidFill>
                <a:latin typeface="Palatino Linotype"/>
                <a:cs typeface="Palatino Linotype"/>
              </a:rPr>
              <a:t>L</a:t>
            </a:r>
            <a:r>
              <a:rPr sz="3600" spc="-38" dirty="0">
                <a:solidFill>
                  <a:srgbClr val="404040"/>
                </a:solidFill>
                <a:latin typeface="Palatino Linotype"/>
                <a:cs typeface="Palatino Linotype"/>
              </a:rPr>
              <a:t>e</a:t>
            </a:r>
            <a:r>
              <a:rPr sz="3600" spc="23" dirty="0">
                <a:solidFill>
                  <a:srgbClr val="404040"/>
                </a:solidFill>
                <a:latin typeface="Palatino Linotype"/>
                <a:cs typeface="Palatino Linotype"/>
              </a:rPr>
              <a:t>ar</a:t>
            </a:r>
            <a:r>
              <a:rPr sz="3600" spc="-15" dirty="0">
                <a:solidFill>
                  <a:srgbClr val="404040"/>
                </a:solidFill>
                <a:latin typeface="Palatino Linotype"/>
                <a:cs typeface="Palatino Linotype"/>
              </a:rPr>
              <a:t>nin</a:t>
            </a:r>
            <a:r>
              <a:rPr sz="3600" spc="-113" dirty="0">
                <a:solidFill>
                  <a:srgbClr val="404040"/>
                </a:solidFill>
                <a:latin typeface="Palatino Linotype"/>
                <a:cs typeface="Palatino Linotype"/>
              </a:rPr>
              <a:t>g</a:t>
            </a:r>
            <a:r>
              <a:rPr sz="3600" spc="143" dirty="0">
                <a:solidFill>
                  <a:srgbClr val="404040"/>
                </a:solidFill>
                <a:latin typeface="Palatino Linotype"/>
                <a:cs typeface="Palatino Linotype"/>
              </a:rPr>
              <a:t>?</a:t>
            </a:r>
            <a:endParaRPr sz="3600" dirty="0">
              <a:latin typeface="Palatino Linotype"/>
              <a:cs typeface="Palatino Linotype"/>
            </a:endParaRPr>
          </a:p>
          <a:p>
            <a:pPr marL="704850" indent="-685800">
              <a:spcBef>
                <a:spcPts val="1815"/>
              </a:spcBef>
              <a:buClr>
                <a:srgbClr val="404040"/>
              </a:buClr>
              <a:buSzPct val="102564"/>
              <a:buFont typeface="Palatino Linotype"/>
              <a:buAutoNum type="arabicPeriod"/>
              <a:tabLst>
                <a:tab pos="704850" algn="l"/>
              </a:tabLst>
            </a:pPr>
            <a:r>
              <a:rPr sz="3600" spc="217" dirty="0">
                <a:solidFill>
                  <a:srgbClr val="404040"/>
                </a:solidFill>
                <a:latin typeface="Palatino Linotype"/>
                <a:cs typeface="Palatino Linotype"/>
              </a:rPr>
              <a:t>W</a:t>
            </a:r>
            <a:r>
              <a:rPr sz="3600" spc="60" dirty="0">
                <a:solidFill>
                  <a:srgbClr val="404040"/>
                </a:solidFill>
                <a:latin typeface="Palatino Linotype"/>
                <a:cs typeface="Palatino Linotype"/>
              </a:rPr>
              <a:t>a</a:t>
            </a:r>
            <a:r>
              <a:rPr sz="3600" spc="23" dirty="0">
                <a:solidFill>
                  <a:srgbClr val="404040"/>
                </a:solidFill>
                <a:latin typeface="Palatino Linotype"/>
                <a:cs typeface="Palatino Linotype"/>
              </a:rPr>
              <a:t>y</a:t>
            </a:r>
            <a:r>
              <a:rPr sz="3600" spc="-15" dirty="0">
                <a:solidFill>
                  <a:srgbClr val="404040"/>
                </a:solidFill>
                <a:latin typeface="Palatino Linotype"/>
                <a:cs typeface="Palatino Linotype"/>
              </a:rPr>
              <a:t>s</a:t>
            </a:r>
            <a:r>
              <a:rPr sz="3600" spc="323" dirty="0">
                <a:solidFill>
                  <a:srgbClr val="404040"/>
                </a:solidFill>
                <a:latin typeface="Palatino Linotype"/>
                <a:cs typeface="Palatino Linotype"/>
              </a:rPr>
              <a:t> </a:t>
            </a:r>
            <a:r>
              <a:rPr sz="3600" spc="255" dirty="0">
                <a:solidFill>
                  <a:srgbClr val="404040"/>
                </a:solidFill>
                <a:latin typeface="Palatino Linotype"/>
                <a:cs typeface="Palatino Linotype"/>
              </a:rPr>
              <a:t>t</a:t>
            </a:r>
            <a:r>
              <a:rPr sz="3600" spc="-38" dirty="0">
                <a:solidFill>
                  <a:srgbClr val="404040"/>
                </a:solidFill>
                <a:latin typeface="Palatino Linotype"/>
                <a:cs typeface="Palatino Linotype"/>
              </a:rPr>
              <a:t>o</a:t>
            </a:r>
            <a:r>
              <a:rPr sz="3600" spc="323" dirty="0">
                <a:solidFill>
                  <a:srgbClr val="404040"/>
                </a:solidFill>
                <a:latin typeface="Palatino Linotype"/>
                <a:cs typeface="Palatino Linotype"/>
              </a:rPr>
              <a:t> </a:t>
            </a:r>
            <a:r>
              <a:rPr sz="3600" spc="75" dirty="0">
                <a:solidFill>
                  <a:srgbClr val="404040"/>
                </a:solidFill>
                <a:latin typeface="Palatino Linotype"/>
                <a:cs typeface="Palatino Linotype"/>
              </a:rPr>
              <a:t>D</a:t>
            </a:r>
            <a:r>
              <a:rPr sz="3600" spc="-8" dirty="0">
                <a:solidFill>
                  <a:srgbClr val="404040"/>
                </a:solidFill>
                <a:latin typeface="Palatino Linotype"/>
                <a:cs typeface="Palatino Linotype"/>
              </a:rPr>
              <a:t>e</a:t>
            </a:r>
            <a:r>
              <a:rPr sz="3600" spc="60" dirty="0">
                <a:solidFill>
                  <a:srgbClr val="404040"/>
                </a:solidFill>
                <a:latin typeface="Palatino Linotype"/>
                <a:cs typeface="Palatino Linotype"/>
              </a:rPr>
              <a:t>a</a:t>
            </a:r>
            <a:r>
              <a:rPr sz="3600" spc="15" dirty="0">
                <a:solidFill>
                  <a:srgbClr val="404040"/>
                </a:solidFill>
                <a:latin typeface="Palatino Linotype"/>
                <a:cs typeface="Palatino Linotype"/>
              </a:rPr>
              <a:t>l</a:t>
            </a:r>
            <a:r>
              <a:rPr sz="3600" spc="323" dirty="0">
                <a:solidFill>
                  <a:srgbClr val="404040"/>
                </a:solidFill>
                <a:latin typeface="Palatino Linotype"/>
                <a:cs typeface="Palatino Linotype"/>
              </a:rPr>
              <a:t> </a:t>
            </a:r>
            <a:r>
              <a:rPr sz="3600" spc="-195" dirty="0">
                <a:solidFill>
                  <a:srgbClr val="404040"/>
                </a:solidFill>
                <a:latin typeface="Palatino Linotype"/>
                <a:cs typeface="Palatino Linotype"/>
              </a:rPr>
              <a:t>w</a:t>
            </a:r>
            <a:r>
              <a:rPr sz="3600" spc="15" dirty="0">
                <a:solidFill>
                  <a:srgbClr val="404040"/>
                </a:solidFill>
                <a:latin typeface="Palatino Linotype"/>
                <a:cs typeface="Palatino Linotype"/>
              </a:rPr>
              <a:t>i</a:t>
            </a:r>
            <a:r>
              <a:rPr sz="3600" spc="255" dirty="0">
                <a:solidFill>
                  <a:srgbClr val="404040"/>
                </a:solidFill>
                <a:latin typeface="Palatino Linotype"/>
                <a:cs typeface="Palatino Linotype"/>
              </a:rPr>
              <a:t>t</a:t>
            </a:r>
            <a:r>
              <a:rPr sz="3600" spc="30" dirty="0">
                <a:solidFill>
                  <a:srgbClr val="404040"/>
                </a:solidFill>
                <a:latin typeface="Palatino Linotype"/>
                <a:cs typeface="Palatino Linotype"/>
              </a:rPr>
              <a:t>h</a:t>
            </a:r>
            <a:r>
              <a:rPr sz="3600" spc="323" dirty="0">
                <a:solidFill>
                  <a:srgbClr val="404040"/>
                </a:solidFill>
                <a:latin typeface="Palatino Linotype"/>
                <a:cs typeface="Palatino Linotype"/>
              </a:rPr>
              <a:t> </a:t>
            </a:r>
            <a:r>
              <a:rPr sz="3600" spc="195" dirty="0">
                <a:solidFill>
                  <a:srgbClr val="404040"/>
                </a:solidFill>
                <a:latin typeface="Palatino Linotype"/>
                <a:cs typeface="Palatino Linotype"/>
              </a:rPr>
              <a:t>S</a:t>
            </a:r>
            <a:r>
              <a:rPr sz="3600" spc="-8" dirty="0">
                <a:solidFill>
                  <a:srgbClr val="404040"/>
                </a:solidFill>
                <a:latin typeface="Palatino Linotype"/>
                <a:cs typeface="Palatino Linotype"/>
              </a:rPr>
              <a:t>e</a:t>
            </a:r>
            <a:r>
              <a:rPr sz="3600" spc="8" dirty="0">
                <a:solidFill>
                  <a:srgbClr val="404040"/>
                </a:solidFill>
                <a:latin typeface="Palatino Linotype"/>
                <a:cs typeface="Palatino Linotype"/>
              </a:rPr>
              <a:t>q</a:t>
            </a:r>
            <a:r>
              <a:rPr sz="3600" spc="-38" dirty="0">
                <a:solidFill>
                  <a:srgbClr val="404040"/>
                </a:solidFill>
                <a:latin typeface="Palatino Linotype"/>
                <a:cs typeface="Palatino Linotype"/>
              </a:rPr>
              <a:t>u</a:t>
            </a:r>
            <a:r>
              <a:rPr sz="3600" spc="-8" dirty="0">
                <a:solidFill>
                  <a:srgbClr val="404040"/>
                </a:solidFill>
                <a:latin typeface="Palatino Linotype"/>
                <a:cs typeface="Palatino Linotype"/>
              </a:rPr>
              <a:t>e</a:t>
            </a:r>
            <a:r>
              <a:rPr sz="3600" spc="30" dirty="0">
                <a:solidFill>
                  <a:srgbClr val="404040"/>
                </a:solidFill>
                <a:latin typeface="Palatino Linotype"/>
                <a:cs typeface="Palatino Linotype"/>
              </a:rPr>
              <a:t>n</a:t>
            </a:r>
            <a:r>
              <a:rPr sz="3600" spc="98" dirty="0">
                <a:solidFill>
                  <a:srgbClr val="404040"/>
                </a:solidFill>
                <a:latin typeface="Palatino Linotype"/>
                <a:cs typeface="Palatino Linotype"/>
              </a:rPr>
              <a:t>c</a:t>
            </a:r>
            <a:r>
              <a:rPr sz="3600" spc="-15" dirty="0">
                <a:solidFill>
                  <a:srgbClr val="404040"/>
                </a:solidFill>
                <a:latin typeface="Palatino Linotype"/>
                <a:cs typeface="Palatino Linotype"/>
              </a:rPr>
              <a:t>e</a:t>
            </a:r>
            <a:r>
              <a:rPr sz="3600" spc="323" dirty="0">
                <a:solidFill>
                  <a:srgbClr val="404040"/>
                </a:solidFill>
                <a:latin typeface="Palatino Linotype"/>
                <a:cs typeface="Palatino Linotype"/>
              </a:rPr>
              <a:t> </a:t>
            </a:r>
            <a:r>
              <a:rPr sz="3600" spc="127" dirty="0">
                <a:solidFill>
                  <a:srgbClr val="404040"/>
                </a:solidFill>
                <a:latin typeface="Palatino Linotype"/>
                <a:cs typeface="Palatino Linotype"/>
              </a:rPr>
              <a:t>L</a:t>
            </a:r>
            <a:r>
              <a:rPr sz="3600" spc="60" dirty="0">
                <a:solidFill>
                  <a:srgbClr val="404040"/>
                </a:solidFill>
                <a:latin typeface="Palatino Linotype"/>
                <a:cs typeface="Palatino Linotype"/>
              </a:rPr>
              <a:t>a</a:t>
            </a:r>
            <a:r>
              <a:rPr sz="3600" spc="113" dirty="0">
                <a:solidFill>
                  <a:srgbClr val="404040"/>
                </a:solidFill>
                <a:latin typeface="Palatino Linotype"/>
                <a:cs typeface="Palatino Linotype"/>
              </a:rPr>
              <a:t>b</a:t>
            </a:r>
            <a:r>
              <a:rPr sz="3600" spc="-8" dirty="0">
                <a:solidFill>
                  <a:srgbClr val="404040"/>
                </a:solidFill>
                <a:latin typeface="Palatino Linotype"/>
                <a:cs typeface="Palatino Linotype"/>
              </a:rPr>
              <a:t>e</a:t>
            </a:r>
            <a:r>
              <a:rPr sz="3600" spc="23" dirty="0">
                <a:solidFill>
                  <a:srgbClr val="404040"/>
                </a:solidFill>
                <a:latin typeface="Palatino Linotype"/>
                <a:cs typeface="Palatino Linotype"/>
              </a:rPr>
              <a:t>lin</a:t>
            </a:r>
            <a:r>
              <a:rPr sz="3600" spc="-60" dirty="0">
                <a:solidFill>
                  <a:srgbClr val="404040"/>
                </a:solidFill>
                <a:latin typeface="Palatino Linotype"/>
                <a:cs typeface="Palatino Linotype"/>
              </a:rPr>
              <a:t>g</a:t>
            </a:r>
            <a:r>
              <a:rPr sz="3600" spc="135" dirty="0">
                <a:solidFill>
                  <a:srgbClr val="404040"/>
                </a:solidFill>
                <a:latin typeface="Palatino Linotype"/>
                <a:cs typeface="Palatino Linotype"/>
              </a:rPr>
              <a:t>.</a:t>
            </a:r>
            <a:endParaRPr sz="3600" dirty="0">
              <a:latin typeface="Palatino Linotype"/>
              <a:cs typeface="Palatino Linotyp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158316" y="369102"/>
            <a:ext cx="11545738" cy="2900666"/>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What Problems are CNNs normally good at?</a:t>
            </a:r>
          </a:p>
        </p:txBody>
      </p:sp>
      <p:sp>
        <p:nvSpPr>
          <p:cNvPr id="34" name="object 3"/>
          <p:cNvSpPr txBox="1"/>
          <p:nvPr/>
        </p:nvSpPr>
        <p:spPr>
          <a:xfrm>
            <a:off x="2014140" y="3726914"/>
            <a:ext cx="10882313" cy="3568926"/>
          </a:xfrm>
          <a:prstGeom prst="rect">
            <a:avLst/>
          </a:prstGeom>
        </p:spPr>
        <p:txBody>
          <a:bodyPr vert="horz" wrap="square" lIns="0" tIns="0" rIns="0" bIns="0" rtlCol="0">
            <a:spAutoFit/>
          </a:bodyPr>
          <a:lstStyle/>
          <a:p>
            <a:pPr marL="704850" indent="-685800">
              <a:buClr>
                <a:srgbClr val="404040"/>
              </a:buClr>
              <a:buFont typeface="Arial Unicode MS"/>
              <a:buAutoNum type="arabicPeriod"/>
              <a:tabLst>
                <a:tab pos="704850" algn="l"/>
              </a:tabLst>
            </a:pPr>
            <a:r>
              <a:rPr sz="2925" spc="225" dirty="0">
                <a:solidFill>
                  <a:srgbClr val="404040"/>
                </a:solidFill>
                <a:latin typeface="Arial Unicode MS"/>
                <a:cs typeface="Arial Unicode MS"/>
              </a:rPr>
              <a:t>I</a:t>
            </a:r>
            <a:r>
              <a:rPr sz="2925" spc="171" dirty="0">
                <a:solidFill>
                  <a:srgbClr val="404040"/>
                </a:solidFill>
                <a:latin typeface="Arial Unicode MS"/>
                <a:cs typeface="Arial Unicode MS"/>
              </a:rPr>
              <a:t>m</a:t>
            </a:r>
            <a:r>
              <a:rPr sz="2925" spc="-113" dirty="0">
                <a:solidFill>
                  <a:srgbClr val="404040"/>
                </a:solidFill>
                <a:latin typeface="Arial Unicode MS"/>
                <a:cs typeface="Arial Unicode MS"/>
              </a:rPr>
              <a:t>a</a:t>
            </a:r>
            <a:r>
              <a:rPr sz="2925" spc="-60" dirty="0">
                <a:solidFill>
                  <a:srgbClr val="404040"/>
                </a:solidFill>
                <a:latin typeface="Arial Unicode MS"/>
                <a:cs typeface="Arial Unicode MS"/>
              </a:rPr>
              <a:t>g</a:t>
            </a:r>
            <a:r>
              <a:rPr sz="2925" spc="-248" dirty="0">
                <a:solidFill>
                  <a:srgbClr val="404040"/>
                </a:solidFill>
                <a:latin typeface="Arial Unicode MS"/>
                <a:cs typeface="Arial Unicode MS"/>
              </a:rPr>
              <a:t>e</a:t>
            </a:r>
            <a:r>
              <a:rPr sz="2925" spc="240" dirty="0">
                <a:solidFill>
                  <a:srgbClr val="404040"/>
                </a:solidFill>
                <a:latin typeface="Arial Unicode MS"/>
                <a:cs typeface="Arial Unicode MS"/>
              </a:rPr>
              <a:t> </a:t>
            </a:r>
            <a:r>
              <a:rPr sz="2925" spc="-68" dirty="0">
                <a:solidFill>
                  <a:srgbClr val="404040"/>
                </a:solidFill>
                <a:latin typeface="Arial Unicode MS"/>
                <a:cs typeface="Arial Unicode MS"/>
              </a:rPr>
              <a:t>c</a:t>
            </a:r>
            <a:r>
              <a:rPr sz="2925" spc="217" dirty="0">
                <a:solidFill>
                  <a:srgbClr val="404040"/>
                </a:solidFill>
                <a:latin typeface="Arial Unicode MS"/>
                <a:cs typeface="Arial Unicode MS"/>
              </a:rPr>
              <a:t>l</a:t>
            </a:r>
            <a:r>
              <a:rPr sz="2925" spc="-113" dirty="0">
                <a:solidFill>
                  <a:srgbClr val="404040"/>
                </a:solidFill>
                <a:latin typeface="Arial Unicode MS"/>
                <a:cs typeface="Arial Unicode MS"/>
              </a:rPr>
              <a:t>a</a:t>
            </a:r>
            <a:r>
              <a:rPr sz="2925" spc="-233" dirty="0">
                <a:solidFill>
                  <a:srgbClr val="404040"/>
                </a:solidFill>
                <a:latin typeface="Arial Unicode MS"/>
                <a:cs typeface="Arial Unicode MS"/>
              </a:rPr>
              <a:t>ss</a:t>
            </a:r>
            <a:r>
              <a:rPr sz="2925" spc="217" dirty="0">
                <a:solidFill>
                  <a:srgbClr val="404040"/>
                </a:solidFill>
                <a:latin typeface="Arial Unicode MS"/>
                <a:cs typeface="Arial Unicode MS"/>
              </a:rPr>
              <a:t>i</a:t>
            </a:r>
            <a:r>
              <a:rPr sz="2925" spc="135" dirty="0">
                <a:solidFill>
                  <a:srgbClr val="404040"/>
                </a:solidFill>
                <a:latin typeface="Arial Unicode MS"/>
                <a:cs typeface="Arial Unicode MS"/>
              </a:rPr>
              <a:t>f</a:t>
            </a:r>
            <a:r>
              <a:rPr sz="2925" spc="217" dirty="0">
                <a:solidFill>
                  <a:srgbClr val="404040"/>
                </a:solidFill>
                <a:latin typeface="Arial Unicode MS"/>
                <a:cs typeface="Arial Unicode MS"/>
              </a:rPr>
              <a:t>i</a:t>
            </a:r>
            <a:r>
              <a:rPr sz="2925" spc="-68" dirty="0">
                <a:solidFill>
                  <a:srgbClr val="404040"/>
                </a:solidFill>
                <a:latin typeface="Arial Unicode MS"/>
                <a:cs typeface="Arial Unicode MS"/>
              </a:rPr>
              <a:t>c</a:t>
            </a:r>
            <a:r>
              <a:rPr sz="2925" spc="-113" dirty="0">
                <a:solidFill>
                  <a:srgbClr val="404040"/>
                </a:solidFill>
                <a:latin typeface="Arial Unicode MS"/>
                <a:cs typeface="Arial Unicode MS"/>
              </a:rPr>
              <a:t>a</a:t>
            </a:r>
            <a:r>
              <a:rPr sz="2925" spc="398" dirty="0">
                <a:solidFill>
                  <a:srgbClr val="404040"/>
                </a:solidFill>
                <a:latin typeface="Arial Unicode MS"/>
                <a:cs typeface="Arial Unicode MS"/>
              </a:rPr>
              <a:t>t</a:t>
            </a:r>
            <a:r>
              <a:rPr sz="2925" spc="217" dirty="0">
                <a:solidFill>
                  <a:srgbClr val="404040"/>
                </a:solidFill>
                <a:latin typeface="Arial Unicode MS"/>
                <a:cs typeface="Arial Unicode MS"/>
              </a:rPr>
              <a:t>i</a:t>
            </a:r>
            <a:r>
              <a:rPr sz="2925" spc="-60" dirty="0">
                <a:solidFill>
                  <a:srgbClr val="404040"/>
                </a:solidFill>
                <a:latin typeface="Arial Unicode MS"/>
                <a:cs typeface="Arial Unicode MS"/>
              </a:rPr>
              <a:t>o</a:t>
            </a:r>
            <a:r>
              <a:rPr sz="2925" spc="113" dirty="0">
                <a:solidFill>
                  <a:srgbClr val="404040"/>
                </a:solidFill>
                <a:latin typeface="Arial Unicode MS"/>
                <a:cs typeface="Arial Unicode MS"/>
              </a:rPr>
              <a:t>n</a:t>
            </a:r>
            <a:r>
              <a:rPr sz="2925" spc="240" dirty="0">
                <a:solidFill>
                  <a:srgbClr val="404040"/>
                </a:solidFill>
                <a:latin typeface="Arial Unicode MS"/>
                <a:cs typeface="Arial Unicode MS"/>
              </a:rPr>
              <a:t> </a:t>
            </a:r>
            <a:r>
              <a:rPr sz="2925" spc="-113" dirty="0">
                <a:solidFill>
                  <a:srgbClr val="404040"/>
                </a:solidFill>
                <a:latin typeface="Arial Unicode MS"/>
                <a:cs typeface="Arial Unicode MS"/>
              </a:rPr>
              <a:t>a</a:t>
            </a:r>
            <a:r>
              <a:rPr sz="2925" spc="-240" dirty="0">
                <a:solidFill>
                  <a:srgbClr val="404040"/>
                </a:solidFill>
                <a:latin typeface="Arial Unicode MS"/>
                <a:cs typeface="Arial Unicode MS"/>
              </a:rPr>
              <a:t>s</a:t>
            </a:r>
            <a:r>
              <a:rPr sz="2925" spc="240" dirty="0">
                <a:solidFill>
                  <a:srgbClr val="404040"/>
                </a:solidFill>
                <a:latin typeface="Arial Unicode MS"/>
                <a:cs typeface="Arial Unicode MS"/>
              </a:rPr>
              <a:t> </a:t>
            </a:r>
            <a:r>
              <a:rPr sz="2925" spc="-120" dirty="0">
                <a:solidFill>
                  <a:srgbClr val="404040"/>
                </a:solidFill>
                <a:latin typeface="Arial Unicode MS"/>
                <a:cs typeface="Arial Unicode MS"/>
              </a:rPr>
              <a:t>a</a:t>
            </a:r>
            <a:r>
              <a:rPr sz="2925" spc="240" dirty="0">
                <a:solidFill>
                  <a:srgbClr val="404040"/>
                </a:solidFill>
                <a:latin typeface="Arial Unicode MS"/>
                <a:cs typeface="Arial Unicode MS"/>
              </a:rPr>
              <a:t> </a:t>
            </a:r>
            <a:r>
              <a:rPr sz="2925" spc="113" dirty="0">
                <a:solidFill>
                  <a:srgbClr val="404040"/>
                </a:solidFill>
                <a:latin typeface="Arial Unicode MS"/>
                <a:cs typeface="Arial Unicode MS"/>
              </a:rPr>
              <a:t>n</a:t>
            </a:r>
            <a:r>
              <a:rPr sz="2925" spc="-113" dirty="0">
                <a:solidFill>
                  <a:srgbClr val="404040"/>
                </a:solidFill>
                <a:latin typeface="Arial Unicode MS"/>
                <a:cs typeface="Arial Unicode MS"/>
              </a:rPr>
              <a:t>a</a:t>
            </a:r>
            <a:r>
              <a:rPr sz="2925" spc="217" dirty="0">
                <a:solidFill>
                  <a:srgbClr val="404040"/>
                </a:solidFill>
                <a:latin typeface="Arial Unicode MS"/>
                <a:cs typeface="Arial Unicode MS"/>
              </a:rPr>
              <a:t>i</a:t>
            </a:r>
            <a:r>
              <a:rPr sz="2925" spc="195" dirty="0">
                <a:solidFill>
                  <a:srgbClr val="404040"/>
                </a:solidFill>
                <a:latin typeface="Arial Unicode MS"/>
                <a:cs typeface="Arial Unicode MS"/>
              </a:rPr>
              <a:t>v</a:t>
            </a:r>
            <a:r>
              <a:rPr sz="2925" spc="-248" dirty="0">
                <a:solidFill>
                  <a:srgbClr val="404040"/>
                </a:solidFill>
                <a:latin typeface="Arial Unicode MS"/>
                <a:cs typeface="Arial Unicode MS"/>
              </a:rPr>
              <a:t>e</a:t>
            </a:r>
            <a:r>
              <a:rPr sz="2925" spc="240" dirty="0">
                <a:solidFill>
                  <a:srgbClr val="404040"/>
                </a:solidFill>
                <a:latin typeface="Arial Unicode MS"/>
                <a:cs typeface="Arial Unicode MS"/>
              </a:rPr>
              <a:t> </a:t>
            </a:r>
            <a:r>
              <a:rPr sz="2925" spc="-240" dirty="0">
                <a:solidFill>
                  <a:srgbClr val="404040"/>
                </a:solidFill>
                <a:latin typeface="Arial Unicode MS"/>
                <a:cs typeface="Arial Unicode MS"/>
              </a:rPr>
              <a:t>e</a:t>
            </a:r>
            <a:r>
              <a:rPr sz="2925" spc="195" dirty="0">
                <a:solidFill>
                  <a:srgbClr val="404040"/>
                </a:solidFill>
                <a:latin typeface="Arial Unicode MS"/>
                <a:cs typeface="Arial Unicode MS"/>
              </a:rPr>
              <a:t>x</a:t>
            </a:r>
            <a:r>
              <a:rPr sz="2925" spc="-113" dirty="0">
                <a:solidFill>
                  <a:srgbClr val="404040"/>
                </a:solidFill>
                <a:latin typeface="Arial Unicode MS"/>
                <a:cs typeface="Arial Unicode MS"/>
              </a:rPr>
              <a:t>a</a:t>
            </a:r>
            <a:r>
              <a:rPr sz="2925" spc="171" dirty="0">
                <a:solidFill>
                  <a:srgbClr val="404040"/>
                </a:solidFill>
                <a:latin typeface="Arial Unicode MS"/>
                <a:cs typeface="Arial Unicode MS"/>
              </a:rPr>
              <a:t>m</a:t>
            </a:r>
            <a:r>
              <a:rPr sz="2925" spc="113" dirty="0">
                <a:solidFill>
                  <a:srgbClr val="404040"/>
                </a:solidFill>
                <a:latin typeface="Arial Unicode MS"/>
                <a:cs typeface="Arial Unicode MS"/>
              </a:rPr>
              <a:t>p</a:t>
            </a:r>
            <a:r>
              <a:rPr sz="2925" spc="217" dirty="0">
                <a:solidFill>
                  <a:srgbClr val="404040"/>
                </a:solidFill>
                <a:latin typeface="Arial Unicode MS"/>
                <a:cs typeface="Arial Unicode MS"/>
              </a:rPr>
              <a:t>l</a:t>
            </a:r>
            <a:r>
              <a:rPr sz="2925" spc="-248" dirty="0">
                <a:solidFill>
                  <a:srgbClr val="404040"/>
                </a:solidFill>
                <a:latin typeface="Arial Unicode MS"/>
                <a:cs typeface="Arial Unicode MS"/>
              </a:rPr>
              <a:t>e</a:t>
            </a:r>
            <a:endParaRPr sz="2925" dirty="0">
              <a:latin typeface="Arial Unicode MS"/>
              <a:cs typeface="Arial Unicode MS"/>
            </a:endParaRPr>
          </a:p>
          <a:p>
            <a:pPr marL="1390650" lvl="1" indent="-685800">
              <a:spcBef>
                <a:spcPts val="300"/>
              </a:spcBef>
              <a:buClr>
                <a:srgbClr val="E38312"/>
              </a:buClr>
              <a:buFont typeface="Arial Unicode MS"/>
              <a:buAutoNum type="arabicPeriod"/>
              <a:tabLst>
                <a:tab pos="1390650" algn="l"/>
              </a:tabLst>
            </a:pPr>
            <a:r>
              <a:rPr sz="2700" spc="120" dirty="0">
                <a:solidFill>
                  <a:srgbClr val="404040"/>
                </a:solidFill>
                <a:latin typeface="Arial Unicode MS"/>
                <a:cs typeface="Arial Unicode MS"/>
              </a:rPr>
              <a:t>Input:</a:t>
            </a:r>
            <a:r>
              <a:rPr sz="2700" spc="188" dirty="0">
                <a:solidFill>
                  <a:srgbClr val="404040"/>
                </a:solidFill>
                <a:latin typeface="Arial Unicode MS"/>
                <a:cs typeface="Arial Unicode MS"/>
              </a:rPr>
              <a:t> </a:t>
            </a:r>
            <a:r>
              <a:rPr sz="2700" spc="-90" dirty="0">
                <a:solidFill>
                  <a:srgbClr val="404040"/>
                </a:solidFill>
                <a:latin typeface="Arial Unicode MS"/>
                <a:cs typeface="Arial Unicode MS"/>
              </a:rPr>
              <a:t>one</a:t>
            </a:r>
            <a:r>
              <a:rPr sz="2700" spc="188" dirty="0">
                <a:solidFill>
                  <a:srgbClr val="404040"/>
                </a:solidFill>
                <a:latin typeface="Arial Unicode MS"/>
                <a:cs typeface="Arial Unicode MS"/>
              </a:rPr>
              <a:t> </a:t>
            </a:r>
            <a:r>
              <a:rPr sz="2700" spc="53" dirty="0">
                <a:solidFill>
                  <a:srgbClr val="404040"/>
                </a:solidFill>
                <a:latin typeface="Arial Unicode MS"/>
                <a:cs typeface="Arial Unicode MS"/>
              </a:rPr>
              <a:t>ima</a:t>
            </a:r>
            <a:r>
              <a:rPr sz="2700" spc="-105" dirty="0">
                <a:solidFill>
                  <a:srgbClr val="404040"/>
                </a:solidFill>
                <a:latin typeface="Arial Unicode MS"/>
                <a:cs typeface="Arial Unicode MS"/>
              </a:rPr>
              <a:t>ge.</a:t>
            </a:r>
            <a:endParaRPr sz="2700" dirty="0">
              <a:latin typeface="Arial Unicode MS"/>
              <a:cs typeface="Arial Unicode MS"/>
            </a:endParaRPr>
          </a:p>
          <a:p>
            <a:pPr marL="1390650" lvl="1" indent="-685800">
              <a:spcBef>
                <a:spcPts val="570"/>
              </a:spcBef>
              <a:buClr>
                <a:srgbClr val="E38312"/>
              </a:buClr>
              <a:buFont typeface="Arial Unicode MS"/>
              <a:buAutoNum type="arabicPeriod"/>
              <a:tabLst>
                <a:tab pos="1390650" algn="l"/>
              </a:tabLst>
            </a:pPr>
            <a:r>
              <a:rPr sz="2700" spc="150" dirty="0">
                <a:solidFill>
                  <a:srgbClr val="404040"/>
                </a:solidFill>
                <a:latin typeface="Arial Unicode MS"/>
                <a:cs typeface="Arial Unicode MS"/>
              </a:rPr>
              <a:t>Output:</a:t>
            </a:r>
            <a:r>
              <a:rPr sz="2700" spc="188" dirty="0">
                <a:solidFill>
                  <a:srgbClr val="404040"/>
                </a:solidFill>
                <a:latin typeface="Arial Unicode MS"/>
                <a:cs typeface="Arial Unicode MS"/>
              </a:rPr>
              <a:t> </a:t>
            </a:r>
            <a:r>
              <a:rPr sz="2700" spc="45" dirty="0">
                <a:solidFill>
                  <a:srgbClr val="404040"/>
                </a:solidFill>
                <a:latin typeface="Arial Unicode MS"/>
                <a:cs typeface="Arial Unicode MS"/>
              </a:rPr>
              <a:t>the</a:t>
            </a:r>
            <a:r>
              <a:rPr sz="2700" spc="188" dirty="0">
                <a:solidFill>
                  <a:srgbClr val="404040"/>
                </a:solidFill>
                <a:latin typeface="Arial Unicode MS"/>
                <a:cs typeface="Arial Unicode MS"/>
              </a:rPr>
              <a:t> </a:t>
            </a:r>
            <a:r>
              <a:rPr sz="2700" spc="23" dirty="0">
                <a:solidFill>
                  <a:srgbClr val="404040"/>
                </a:solidFill>
                <a:latin typeface="Arial Unicode MS"/>
                <a:cs typeface="Arial Unicode MS"/>
              </a:rPr>
              <a:t>proba</a:t>
            </a:r>
            <a:r>
              <a:rPr sz="2700" spc="188" dirty="0">
                <a:solidFill>
                  <a:srgbClr val="404040"/>
                </a:solidFill>
                <a:latin typeface="Arial Unicode MS"/>
                <a:cs typeface="Arial Unicode MS"/>
              </a:rPr>
              <a:t>bility </a:t>
            </a:r>
            <a:r>
              <a:rPr sz="2700" spc="113" dirty="0">
                <a:solidFill>
                  <a:srgbClr val="404040"/>
                </a:solidFill>
                <a:latin typeface="Arial Unicode MS"/>
                <a:cs typeface="Arial Unicode MS"/>
              </a:rPr>
              <a:t>distribution</a:t>
            </a:r>
            <a:r>
              <a:rPr sz="2700" spc="188" dirty="0">
                <a:solidFill>
                  <a:srgbClr val="404040"/>
                </a:solidFill>
                <a:latin typeface="Arial Unicode MS"/>
                <a:cs typeface="Arial Unicode MS"/>
              </a:rPr>
              <a:t> </a:t>
            </a:r>
            <a:r>
              <a:rPr sz="2700" spc="8" dirty="0">
                <a:solidFill>
                  <a:srgbClr val="404040"/>
                </a:solidFill>
                <a:latin typeface="Arial Unicode MS"/>
                <a:cs typeface="Arial Unicode MS"/>
              </a:rPr>
              <a:t>of</a:t>
            </a:r>
            <a:r>
              <a:rPr sz="2700" spc="195" dirty="0">
                <a:solidFill>
                  <a:srgbClr val="404040"/>
                </a:solidFill>
                <a:latin typeface="Arial Unicode MS"/>
                <a:cs typeface="Arial Unicode MS"/>
              </a:rPr>
              <a:t> </a:t>
            </a:r>
            <a:r>
              <a:rPr sz="2700" spc="-15" dirty="0">
                <a:solidFill>
                  <a:srgbClr val="404040"/>
                </a:solidFill>
                <a:latin typeface="Arial Unicode MS"/>
                <a:cs typeface="Arial Unicode MS"/>
              </a:rPr>
              <a:t>cla</a:t>
            </a:r>
            <a:r>
              <a:rPr sz="2700" spc="-195" dirty="0">
                <a:solidFill>
                  <a:srgbClr val="404040"/>
                </a:solidFill>
                <a:latin typeface="Arial Unicode MS"/>
                <a:cs typeface="Arial Unicode MS"/>
              </a:rPr>
              <a:t>sses.</a:t>
            </a:r>
            <a:endParaRPr sz="2700" dirty="0">
              <a:latin typeface="Arial Unicode MS"/>
              <a:cs typeface="Arial Unicode MS"/>
            </a:endParaRPr>
          </a:p>
          <a:p>
            <a:pPr marL="1390650" marR="7620" lvl="1" indent="-685800">
              <a:lnSpc>
                <a:spcPts val="2909"/>
              </a:lnSpc>
              <a:spcBef>
                <a:spcPts val="938"/>
              </a:spcBef>
              <a:buClr>
                <a:srgbClr val="E38312"/>
              </a:buClr>
              <a:buFont typeface="Arial Unicode MS"/>
              <a:buAutoNum type="arabicPeriod"/>
              <a:tabLst>
                <a:tab pos="1390650" algn="l"/>
              </a:tabLst>
            </a:pPr>
            <a:r>
              <a:rPr sz="2700" spc="60" dirty="0">
                <a:solidFill>
                  <a:srgbClr val="404040"/>
                </a:solidFill>
                <a:latin typeface="Arial Unicode MS"/>
                <a:cs typeface="Arial Unicode MS"/>
              </a:rPr>
              <a:t>You</a:t>
            </a:r>
            <a:r>
              <a:rPr sz="2700" spc="188" dirty="0">
                <a:solidFill>
                  <a:srgbClr val="404040"/>
                </a:solidFill>
                <a:latin typeface="Arial Unicode MS"/>
                <a:cs typeface="Arial Unicode MS"/>
              </a:rPr>
              <a:t> </a:t>
            </a:r>
            <a:r>
              <a:rPr sz="2700" spc="-90" dirty="0">
                <a:solidFill>
                  <a:srgbClr val="404040"/>
                </a:solidFill>
                <a:latin typeface="Arial Unicode MS"/>
                <a:cs typeface="Arial Unicode MS"/>
              </a:rPr>
              <a:t>need</a:t>
            </a:r>
            <a:r>
              <a:rPr sz="2700" spc="188" dirty="0">
                <a:solidFill>
                  <a:srgbClr val="404040"/>
                </a:solidFill>
                <a:latin typeface="Arial Unicode MS"/>
                <a:cs typeface="Arial Unicode MS"/>
              </a:rPr>
              <a:t> </a:t>
            </a:r>
            <a:r>
              <a:rPr sz="2700" spc="120" dirty="0">
                <a:solidFill>
                  <a:srgbClr val="404040"/>
                </a:solidFill>
                <a:latin typeface="Arial Unicode MS"/>
                <a:cs typeface="Arial Unicode MS"/>
              </a:rPr>
              <a:t>to</a:t>
            </a:r>
            <a:r>
              <a:rPr sz="2700" spc="188" dirty="0">
                <a:solidFill>
                  <a:srgbClr val="404040"/>
                </a:solidFill>
                <a:latin typeface="Arial Unicode MS"/>
                <a:cs typeface="Arial Unicode MS"/>
              </a:rPr>
              <a:t> </a:t>
            </a:r>
            <a:r>
              <a:rPr sz="2700" spc="75" dirty="0">
                <a:solidFill>
                  <a:srgbClr val="404040"/>
                </a:solidFill>
                <a:latin typeface="Arial Unicode MS"/>
                <a:cs typeface="Arial Unicode MS"/>
              </a:rPr>
              <a:t>pro</a:t>
            </a:r>
            <a:r>
              <a:rPr sz="2700" spc="68" dirty="0">
                <a:solidFill>
                  <a:srgbClr val="404040"/>
                </a:solidFill>
                <a:latin typeface="Arial Unicode MS"/>
                <a:cs typeface="Arial Unicode MS"/>
              </a:rPr>
              <a:t>v</a:t>
            </a:r>
            <a:r>
              <a:rPr sz="2700" dirty="0">
                <a:solidFill>
                  <a:srgbClr val="404040"/>
                </a:solidFill>
                <a:latin typeface="Arial Unicode MS"/>
                <a:cs typeface="Arial Unicode MS"/>
              </a:rPr>
              <a:t>ide</a:t>
            </a:r>
            <a:r>
              <a:rPr sz="2700" spc="188" dirty="0">
                <a:solidFill>
                  <a:srgbClr val="404040"/>
                </a:solidFill>
                <a:latin typeface="Arial Unicode MS"/>
                <a:cs typeface="Arial Unicode MS"/>
              </a:rPr>
              <a:t> </a:t>
            </a:r>
            <a:r>
              <a:rPr sz="2700" spc="-90" dirty="0">
                <a:solidFill>
                  <a:srgbClr val="404040"/>
                </a:solidFill>
                <a:latin typeface="Arial Unicode MS"/>
                <a:cs typeface="Arial Unicode MS"/>
              </a:rPr>
              <a:t>one</a:t>
            </a:r>
            <a:r>
              <a:rPr sz="2700" spc="188" dirty="0">
                <a:solidFill>
                  <a:srgbClr val="404040"/>
                </a:solidFill>
                <a:latin typeface="Arial Unicode MS"/>
                <a:cs typeface="Arial Unicode MS"/>
              </a:rPr>
              <a:t> </a:t>
            </a:r>
            <a:r>
              <a:rPr sz="2700" spc="-150" dirty="0">
                <a:solidFill>
                  <a:srgbClr val="404040"/>
                </a:solidFill>
                <a:latin typeface="Arial Unicode MS"/>
                <a:cs typeface="Arial Unicode MS"/>
              </a:rPr>
              <a:t>guess</a:t>
            </a:r>
            <a:r>
              <a:rPr sz="2700" spc="188" dirty="0">
                <a:solidFill>
                  <a:srgbClr val="404040"/>
                </a:solidFill>
                <a:latin typeface="Arial Unicode MS"/>
                <a:cs typeface="Arial Unicode MS"/>
              </a:rPr>
              <a:t> </a:t>
            </a:r>
            <a:r>
              <a:rPr sz="2700" spc="127" dirty="0">
                <a:solidFill>
                  <a:srgbClr val="404040"/>
                </a:solidFill>
                <a:latin typeface="Arial Unicode MS"/>
                <a:cs typeface="Arial Unicode MS"/>
              </a:rPr>
              <a:t>(output),</a:t>
            </a:r>
            <a:r>
              <a:rPr sz="2700" spc="188" dirty="0">
                <a:solidFill>
                  <a:srgbClr val="404040"/>
                </a:solidFill>
                <a:latin typeface="Arial Unicode MS"/>
                <a:cs typeface="Arial Unicode MS"/>
              </a:rPr>
              <a:t> </a:t>
            </a:r>
            <a:r>
              <a:rPr sz="2700" spc="-135" dirty="0">
                <a:solidFill>
                  <a:srgbClr val="404040"/>
                </a:solidFill>
                <a:latin typeface="Arial Unicode MS"/>
                <a:cs typeface="Arial Unicode MS"/>
              </a:rPr>
              <a:t>a</a:t>
            </a:r>
            <a:r>
              <a:rPr sz="2700" spc="60" dirty="0">
                <a:solidFill>
                  <a:srgbClr val="404040"/>
                </a:solidFill>
                <a:latin typeface="Arial Unicode MS"/>
                <a:cs typeface="Arial Unicode MS"/>
              </a:rPr>
              <a:t>nd</a:t>
            </a:r>
            <a:r>
              <a:rPr sz="2700" spc="188" dirty="0">
                <a:solidFill>
                  <a:srgbClr val="404040"/>
                </a:solidFill>
                <a:latin typeface="Arial Unicode MS"/>
                <a:cs typeface="Arial Unicode MS"/>
              </a:rPr>
              <a:t> </a:t>
            </a:r>
            <a:r>
              <a:rPr sz="2700" spc="120" dirty="0">
                <a:solidFill>
                  <a:srgbClr val="404040"/>
                </a:solidFill>
                <a:latin typeface="Arial Unicode MS"/>
                <a:cs typeface="Arial Unicode MS"/>
              </a:rPr>
              <a:t>to</a:t>
            </a:r>
            <a:r>
              <a:rPr sz="2700" spc="188" dirty="0">
                <a:solidFill>
                  <a:srgbClr val="404040"/>
                </a:solidFill>
                <a:latin typeface="Arial Unicode MS"/>
                <a:cs typeface="Arial Unicode MS"/>
              </a:rPr>
              <a:t> </a:t>
            </a:r>
            <a:r>
              <a:rPr sz="2700" spc="-15" dirty="0">
                <a:solidFill>
                  <a:srgbClr val="404040"/>
                </a:solidFill>
                <a:latin typeface="Arial Unicode MS"/>
                <a:cs typeface="Arial Unicode MS"/>
              </a:rPr>
              <a:t>do</a:t>
            </a:r>
            <a:r>
              <a:rPr sz="2700" spc="188" dirty="0">
                <a:solidFill>
                  <a:srgbClr val="404040"/>
                </a:solidFill>
                <a:latin typeface="Arial Unicode MS"/>
                <a:cs typeface="Arial Unicode MS"/>
              </a:rPr>
              <a:t> </a:t>
            </a:r>
            <a:r>
              <a:rPr sz="2700" spc="83" dirty="0">
                <a:solidFill>
                  <a:srgbClr val="404040"/>
                </a:solidFill>
                <a:latin typeface="Arial Unicode MS"/>
                <a:cs typeface="Arial Unicode MS"/>
              </a:rPr>
              <a:t>tha</a:t>
            </a:r>
            <a:r>
              <a:rPr sz="2700" spc="344" dirty="0">
                <a:solidFill>
                  <a:srgbClr val="404040"/>
                </a:solidFill>
                <a:latin typeface="Arial Unicode MS"/>
                <a:cs typeface="Arial Unicode MS"/>
              </a:rPr>
              <a:t>t</a:t>
            </a:r>
            <a:r>
              <a:rPr sz="2700" spc="188" dirty="0">
                <a:solidFill>
                  <a:srgbClr val="404040"/>
                </a:solidFill>
                <a:latin typeface="Arial Unicode MS"/>
                <a:cs typeface="Arial Unicode MS"/>
              </a:rPr>
              <a:t> </a:t>
            </a:r>
            <a:r>
              <a:rPr sz="2700" spc="127" dirty="0">
                <a:solidFill>
                  <a:srgbClr val="404040"/>
                </a:solidFill>
                <a:latin typeface="Arial Unicode MS"/>
                <a:cs typeface="Arial Unicode MS"/>
              </a:rPr>
              <a:t>y</a:t>
            </a:r>
            <a:r>
              <a:rPr sz="2700" spc="-15" dirty="0">
                <a:solidFill>
                  <a:srgbClr val="404040"/>
                </a:solidFill>
                <a:latin typeface="Arial Unicode MS"/>
                <a:cs typeface="Arial Unicode MS"/>
              </a:rPr>
              <a:t>ou</a:t>
            </a:r>
            <a:r>
              <a:rPr sz="2700" spc="-8" dirty="0">
                <a:solidFill>
                  <a:srgbClr val="404040"/>
                </a:solidFill>
                <a:latin typeface="Arial Unicode MS"/>
                <a:cs typeface="Arial Unicode MS"/>
              </a:rPr>
              <a:t> </a:t>
            </a:r>
            <a:r>
              <a:rPr sz="2700" spc="68" dirty="0">
                <a:solidFill>
                  <a:srgbClr val="404040"/>
                </a:solidFill>
                <a:latin typeface="Arial Unicode MS"/>
                <a:cs typeface="Arial Unicode MS"/>
              </a:rPr>
              <a:t>only</a:t>
            </a:r>
            <a:r>
              <a:rPr sz="2700" spc="188" dirty="0">
                <a:solidFill>
                  <a:srgbClr val="404040"/>
                </a:solidFill>
                <a:latin typeface="Arial Unicode MS"/>
                <a:cs typeface="Arial Unicode MS"/>
              </a:rPr>
              <a:t> </a:t>
            </a:r>
            <a:r>
              <a:rPr sz="2700" spc="-90" dirty="0">
                <a:solidFill>
                  <a:srgbClr val="404040"/>
                </a:solidFill>
                <a:latin typeface="Arial Unicode MS"/>
                <a:cs typeface="Arial Unicode MS"/>
              </a:rPr>
              <a:t>need</a:t>
            </a:r>
            <a:r>
              <a:rPr sz="2700" spc="188" dirty="0">
                <a:solidFill>
                  <a:srgbClr val="404040"/>
                </a:solidFill>
                <a:latin typeface="Arial Unicode MS"/>
                <a:cs typeface="Arial Unicode MS"/>
              </a:rPr>
              <a:t> </a:t>
            </a:r>
            <a:r>
              <a:rPr sz="2700" spc="120" dirty="0">
                <a:solidFill>
                  <a:srgbClr val="404040"/>
                </a:solidFill>
                <a:latin typeface="Arial Unicode MS"/>
                <a:cs typeface="Arial Unicode MS"/>
              </a:rPr>
              <a:t>to</a:t>
            </a:r>
            <a:r>
              <a:rPr sz="2700" spc="188" dirty="0">
                <a:solidFill>
                  <a:srgbClr val="404040"/>
                </a:solidFill>
                <a:latin typeface="Arial Unicode MS"/>
                <a:cs typeface="Arial Unicode MS"/>
              </a:rPr>
              <a:t> </a:t>
            </a:r>
            <a:r>
              <a:rPr sz="2700" spc="30" dirty="0">
                <a:solidFill>
                  <a:srgbClr val="404040"/>
                </a:solidFill>
                <a:latin typeface="Arial Unicode MS"/>
                <a:cs typeface="Arial Unicode MS"/>
              </a:rPr>
              <a:t>look</a:t>
            </a:r>
            <a:r>
              <a:rPr sz="2700" spc="188" dirty="0">
                <a:solidFill>
                  <a:srgbClr val="404040"/>
                </a:solidFill>
                <a:latin typeface="Arial Unicode MS"/>
                <a:cs typeface="Arial Unicode MS"/>
              </a:rPr>
              <a:t> </a:t>
            </a:r>
            <a:r>
              <a:rPr sz="2700" spc="-135" dirty="0">
                <a:solidFill>
                  <a:srgbClr val="404040"/>
                </a:solidFill>
                <a:latin typeface="Arial Unicode MS"/>
                <a:cs typeface="Arial Unicode MS"/>
              </a:rPr>
              <a:t>a</a:t>
            </a:r>
            <a:r>
              <a:rPr sz="2700" spc="344" dirty="0">
                <a:solidFill>
                  <a:srgbClr val="404040"/>
                </a:solidFill>
                <a:latin typeface="Arial Unicode MS"/>
                <a:cs typeface="Arial Unicode MS"/>
              </a:rPr>
              <a:t>t</a:t>
            </a:r>
            <a:r>
              <a:rPr sz="2700" spc="188" dirty="0">
                <a:solidFill>
                  <a:srgbClr val="404040"/>
                </a:solidFill>
                <a:latin typeface="Arial Unicode MS"/>
                <a:cs typeface="Arial Unicode MS"/>
              </a:rPr>
              <a:t> </a:t>
            </a:r>
            <a:r>
              <a:rPr sz="2700" spc="-90" dirty="0">
                <a:solidFill>
                  <a:srgbClr val="404040"/>
                </a:solidFill>
                <a:latin typeface="Arial Unicode MS"/>
                <a:cs typeface="Arial Unicode MS"/>
              </a:rPr>
              <a:t>one</a:t>
            </a:r>
            <a:r>
              <a:rPr sz="2700" spc="188" dirty="0">
                <a:solidFill>
                  <a:srgbClr val="404040"/>
                </a:solidFill>
                <a:latin typeface="Arial Unicode MS"/>
                <a:cs typeface="Arial Unicode MS"/>
              </a:rPr>
              <a:t> </a:t>
            </a:r>
            <a:r>
              <a:rPr sz="2700" spc="53" dirty="0">
                <a:solidFill>
                  <a:srgbClr val="404040"/>
                </a:solidFill>
                <a:latin typeface="Arial Unicode MS"/>
                <a:cs typeface="Arial Unicode MS"/>
              </a:rPr>
              <a:t>ima</a:t>
            </a:r>
            <a:r>
              <a:rPr sz="2700" spc="-165" dirty="0">
                <a:solidFill>
                  <a:srgbClr val="404040"/>
                </a:solidFill>
                <a:latin typeface="Arial Unicode MS"/>
                <a:cs typeface="Arial Unicode MS"/>
              </a:rPr>
              <a:t>ge</a:t>
            </a:r>
            <a:r>
              <a:rPr sz="2700" spc="188" dirty="0">
                <a:solidFill>
                  <a:srgbClr val="404040"/>
                </a:solidFill>
                <a:latin typeface="Arial Unicode MS"/>
                <a:cs typeface="Arial Unicode MS"/>
              </a:rPr>
              <a:t> </a:t>
            </a:r>
            <a:r>
              <a:rPr sz="2700" spc="143" dirty="0">
                <a:solidFill>
                  <a:srgbClr val="404040"/>
                </a:solidFill>
                <a:latin typeface="Arial Unicode MS"/>
                <a:cs typeface="Arial Unicode MS"/>
              </a:rPr>
              <a:t>(input).</a:t>
            </a:r>
            <a:endParaRPr sz="2700" dirty="0">
              <a:latin typeface="Arial Unicode MS"/>
              <a:cs typeface="Arial Unicode MS"/>
            </a:endParaRPr>
          </a:p>
          <a:p>
            <a:pPr>
              <a:spcBef>
                <a:spcPts val="21"/>
              </a:spcBef>
            </a:pPr>
            <a:endParaRPr sz="3825" dirty="0">
              <a:latin typeface="Times New Roman"/>
              <a:cs typeface="Times New Roman"/>
            </a:endParaRPr>
          </a:p>
          <a:p>
            <a:pPr marL="5505450"/>
            <a:r>
              <a:rPr sz="2100" spc="60" dirty="0">
                <a:solidFill>
                  <a:srgbClr val="404040"/>
                </a:solidFill>
                <a:latin typeface="Arial Unicode MS"/>
                <a:cs typeface="Arial Unicode MS"/>
              </a:rPr>
              <a:t>P</a:t>
            </a:r>
            <a:r>
              <a:rPr sz="2100" spc="143" dirty="0">
                <a:solidFill>
                  <a:srgbClr val="404040"/>
                </a:solidFill>
                <a:latin typeface="Arial Unicode MS"/>
                <a:cs typeface="Arial Unicode MS"/>
              </a:rPr>
              <a:t>(</a:t>
            </a:r>
            <a:r>
              <a:rPr sz="2100" spc="68" dirty="0">
                <a:solidFill>
                  <a:srgbClr val="404040"/>
                </a:solidFill>
                <a:latin typeface="Arial Unicode MS"/>
                <a:cs typeface="Arial Unicode MS"/>
              </a:rPr>
              <a:t>C</a:t>
            </a:r>
            <a:r>
              <a:rPr sz="2100" spc="-98" dirty="0">
                <a:solidFill>
                  <a:srgbClr val="404040"/>
                </a:solidFill>
                <a:latin typeface="Arial Unicode MS"/>
                <a:cs typeface="Arial Unicode MS"/>
              </a:rPr>
              <a:t>a</a:t>
            </a:r>
            <a:r>
              <a:rPr sz="2100" spc="263" dirty="0">
                <a:solidFill>
                  <a:srgbClr val="404040"/>
                </a:solidFill>
                <a:latin typeface="Arial Unicode MS"/>
                <a:cs typeface="Arial Unicode MS"/>
              </a:rPr>
              <a:t>t</a:t>
            </a:r>
            <a:r>
              <a:rPr sz="2100" spc="548" dirty="0">
                <a:solidFill>
                  <a:srgbClr val="404040"/>
                </a:solidFill>
                <a:latin typeface="Arial Unicode MS"/>
                <a:cs typeface="Arial Unicode MS"/>
              </a:rPr>
              <a:t>|</a:t>
            </a:r>
            <a:r>
              <a:rPr sz="2100" spc="135" dirty="0">
                <a:solidFill>
                  <a:srgbClr val="404040"/>
                </a:solidFill>
                <a:latin typeface="Arial Unicode MS"/>
                <a:cs typeface="Arial Unicode MS"/>
              </a:rPr>
              <a:t>i</a:t>
            </a:r>
            <a:r>
              <a:rPr sz="2100" spc="75" dirty="0">
                <a:solidFill>
                  <a:srgbClr val="404040"/>
                </a:solidFill>
                <a:latin typeface="Arial Unicode MS"/>
                <a:cs typeface="Arial Unicode MS"/>
              </a:rPr>
              <a:t>m</a:t>
            </a:r>
            <a:r>
              <a:rPr sz="2100" spc="-98" dirty="0">
                <a:solidFill>
                  <a:srgbClr val="404040"/>
                </a:solidFill>
                <a:latin typeface="Arial Unicode MS"/>
                <a:cs typeface="Arial Unicode MS"/>
              </a:rPr>
              <a:t>a</a:t>
            </a:r>
            <a:r>
              <a:rPr sz="2100" spc="-75" dirty="0">
                <a:solidFill>
                  <a:srgbClr val="404040"/>
                </a:solidFill>
                <a:latin typeface="Arial Unicode MS"/>
                <a:cs typeface="Arial Unicode MS"/>
              </a:rPr>
              <a:t>g</a:t>
            </a:r>
            <a:r>
              <a:rPr sz="2100" spc="-195" dirty="0">
                <a:solidFill>
                  <a:srgbClr val="404040"/>
                </a:solidFill>
                <a:latin typeface="Arial Unicode MS"/>
                <a:cs typeface="Arial Unicode MS"/>
              </a:rPr>
              <a:t>e</a:t>
            </a:r>
            <a:r>
              <a:rPr sz="2100" spc="143" dirty="0">
                <a:solidFill>
                  <a:srgbClr val="404040"/>
                </a:solidFill>
                <a:latin typeface="Arial Unicode MS"/>
                <a:cs typeface="Arial Unicode MS"/>
              </a:rPr>
              <a:t>)</a:t>
            </a:r>
            <a:r>
              <a:rPr sz="2100" spc="150" dirty="0">
                <a:solidFill>
                  <a:srgbClr val="404040"/>
                </a:solidFill>
                <a:latin typeface="Arial Unicode MS"/>
                <a:cs typeface="Arial Unicode MS"/>
              </a:rPr>
              <a:t> </a:t>
            </a:r>
            <a:r>
              <a:rPr sz="2100" spc="465" dirty="0">
                <a:solidFill>
                  <a:srgbClr val="404040"/>
                </a:solidFill>
                <a:latin typeface="Arial Unicode MS"/>
                <a:cs typeface="Arial Unicode MS"/>
              </a:rPr>
              <a:t>=</a:t>
            </a:r>
            <a:r>
              <a:rPr sz="2100" spc="165" dirty="0">
                <a:solidFill>
                  <a:srgbClr val="404040"/>
                </a:solidFill>
                <a:latin typeface="Arial Unicode MS"/>
                <a:cs typeface="Arial Unicode MS"/>
              </a:rPr>
              <a:t> </a:t>
            </a:r>
            <a:r>
              <a:rPr sz="2100" spc="-75" dirty="0">
                <a:solidFill>
                  <a:srgbClr val="404040"/>
                </a:solidFill>
                <a:latin typeface="Arial Unicode MS"/>
                <a:cs typeface="Arial Unicode MS"/>
              </a:rPr>
              <a:t>0</a:t>
            </a:r>
            <a:r>
              <a:rPr sz="2100" spc="23" dirty="0">
                <a:solidFill>
                  <a:srgbClr val="404040"/>
                </a:solidFill>
                <a:latin typeface="Arial Unicode MS"/>
                <a:cs typeface="Arial Unicode MS"/>
              </a:rPr>
              <a:t>.</a:t>
            </a:r>
            <a:r>
              <a:rPr sz="2100" spc="-83" dirty="0">
                <a:solidFill>
                  <a:srgbClr val="404040"/>
                </a:solidFill>
                <a:latin typeface="Arial Unicode MS"/>
                <a:cs typeface="Arial Unicode MS"/>
              </a:rPr>
              <a:t>1</a:t>
            </a:r>
            <a:endParaRPr sz="2100" dirty="0">
              <a:latin typeface="Arial Unicode MS"/>
              <a:cs typeface="Arial Unicode MS"/>
            </a:endParaRPr>
          </a:p>
          <a:p>
            <a:pPr marL="5505450">
              <a:spcBef>
                <a:spcPts val="720"/>
              </a:spcBef>
            </a:pPr>
            <a:r>
              <a:rPr sz="2025" spc="113" dirty="0">
                <a:solidFill>
                  <a:srgbClr val="404040"/>
                </a:solidFill>
                <a:latin typeface="Arial Unicode MS"/>
                <a:cs typeface="Arial Unicode MS"/>
              </a:rPr>
              <a:t>P</a:t>
            </a:r>
            <a:r>
              <a:rPr sz="2025" spc="171" dirty="0">
                <a:solidFill>
                  <a:srgbClr val="404040"/>
                </a:solidFill>
                <a:latin typeface="Arial Unicode MS"/>
                <a:cs typeface="Arial Unicode MS"/>
              </a:rPr>
              <a:t>(</a:t>
            </a:r>
            <a:r>
              <a:rPr sz="2025" spc="113" dirty="0">
                <a:solidFill>
                  <a:srgbClr val="404040"/>
                </a:solidFill>
                <a:latin typeface="Arial Unicode MS"/>
                <a:cs typeface="Arial Unicode MS"/>
              </a:rPr>
              <a:t>P</a:t>
            </a:r>
            <a:r>
              <a:rPr sz="2025" spc="-60" dirty="0">
                <a:solidFill>
                  <a:srgbClr val="404040"/>
                </a:solidFill>
                <a:latin typeface="Arial Unicode MS"/>
                <a:cs typeface="Arial Unicode MS"/>
              </a:rPr>
              <a:t>a</a:t>
            </a:r>
            <a:r>
              <a:rPr sz="2025" spc="75" dirty="0">
                <a:solidFill>
                  <a:srgbClr val="404040"/>
                </a:solidFill>
                <a:latin typeface="Arial Unicode MS"/>
                <a:cs typeface="Arial Unicode MS"/>
              </a:rPr>
              <a:t>nd</a:t>
            </a:r>
            <a:r>
              <a:rPr sz="2025" spc="-60" dirty="0">
                <a:solidFill>
                  <a:srgbClr val="404040"/>
                </a:solidFill>
                <a:latin typeface="Arial Unicode MS"/>
                <a:cs typeface="Arial Unicode MS"/>
              </a:rPr>
              <a:t>a</a:t>
            </a:r>
            <a:r>
              <a:rPr sz="2025" spc="570" dirty="0">
                <a:solidFill>
                  <a:srgbClr val="404040"/>
                </a:solidFill>
                <a:latin typeface="Arial Unicode MS"/>
                <a:cs typeface="Arial Unicode MS"/>
              </a:rPr>
              <a:t>|</a:t>
            </a:r>
            <a:r>
              <a:rPr sz="2025" spc="150" dirty="0">
                <a:solidFill>
                  <a:srgbClr val="404040"/>
                </a:solidFill>
                <a:latin typeface="Arial Unicode MS"/>
                <a:cs typeface="Arial Unicode MS"/>
              </a:rPr>
              <a:t>i</a:t>
            </a:r>
            <a:r>
              <a:rPr sz="2025" spc="143" dirty="0">
                <a:solidFill>
                  <a:srgbClr val="404040"/>
                </a:solidFill>
                <a:latin typeface="Arial Unicode MS"/>
                <a:cs typeface="Arial Unicode MS"/>
              </a:rPr>
              <a:t>m</a:t>
            </a:r>
            <a:r>
              <a:rPr sz="2025" spc="-60" dirty="0">
                <a:solidFill>
                  <a:srgbClr val="404040"/>
                </a:solidFill>
                <a:latin typeface="Arial Unicode MS"/>
                <a:cs typeface="Arial Unicode MS"/>
              </a:rPr>
              <a:t>a</a:t>
            </a:r>
            <a:r>
              <a:rPr sz="2025" spc="-30" dirty="0">
                <a:solidFill>
                  <a:srgbClr val="404040"/>
                </a:solidFill>
                <a:latin typeface="Arial Unicode MS"/>
                <a:cs typeface="Arial Unicode MS"/>
              </a:rPr>
              <a:t>g</a:t>
            </a:r>
            <a:r>
              <a:rPr sz="2025" spc="-150" dirty="0">
                <a:solidFill>
                  <a:srgbClr val="404040"/>
                </a:solidFill>
                <a:latin typeface="Arial Unicode MS"/>
                <a:cs typeface="Arial Unicode MS"/>
              </a:rPr>
              <a:t>e</a:t>
            </a:r>
            <a:r>
              <a:rPr sz="2025" spc="171" dirty="0">
                <a:solidFill>
                  <a:srgbClr val="404040"/>
                </a:solidFill>
                <a:latin typeface="Arial Unicode MS"/>
                <a:cs typeface="Arial Unicode MS"/>
              </a:rPr>
              <a:t>) </a:t>
            </a:r>
            <a:r>
              <a:rPr sz="2025" spc="518" dirty="0">
                <a:solidFill>
                  <a:srgbClr val="404040"/>
                </a:solidFill>
                <a:latin typeface="Arial Unicode MS"/>
                <a:cs typeface="Arial Unicode MS"/>
              </a:rPr>
              <a:t>=</a:t>
            </a:r>
            <a:r>
              <a:rPr sz="2025" spc="180" dirty="0">
                <a:solidFill>
                  <a:srgbClr val="404040"/>
                </a:solidFill>
                <a:latin typeface="Arial Unicode MS"/>
                <a:cs typeface="Arial Unicode MS"/>
              </a:rPr>
              <a:t> </a:t>
            </a:r>
            <a:r>
              <a:rPr sz="2025" spc="-30" dirty="0">
                <a:solidFill>
                  <a:srgbClr val="404040"/>
                </a:solidFill>
                <a:latin typeface="Arial Unicode MS"/>
                <a:cs typeface="Arial Unicode MS"/>
              </a:rPr>
              <a:t>0</a:t>
            </a:r>
            <a:r>
              <a:rPr sz="2025" spc="45" dirty="0">
                <a:solidFill>
                  <a:srgbClr val="404040"/>
                </a:solidFill>
                <a:latin typeface="Arial Unicode MS"/>
                <a:cs typeface="Arial Unicode MS"/>
              </a:rPr>
              <a:t>.</a:t>
            </a:r>
            <a:r>
              <a:rPr sz="2025" spc="-38" dirty="0">
                <a:solidFill>
                  <a:srgbClr val="404040"/>
                </a:solidFill>
                <a:latin typeface="Arial Unicode MS"/>
                <a:cs typeface="Arial Unicode MS"/>
              </a:rPr>
              <a:t>9</a:t>
            </a:r>
            <a:endParaRPr sz="2025" dirty="0">
              <a:latin typeface="Arial Unicode MS"/>
              <a:cs typeface="Arial Unicode MS"/>
            </a:endParaRPr>
          </a:p>
        </p:txBody>
      </p:sp>
      <p:sp>
        <p:nvSpPr>
          <p:cNvPr id="35" name="object 4"/>
          <p:cNvSpPr/>
          <p:nvPr/>
        </p:nvSpPr>
        <p:spPr>
          <a:xfrm>
            <a:off x="3604049" y="6306885"/>
            <a:ext cx="3374136" cy="3685032"/>
          </a:xfrm>
          <a:prstGeom prst="rect">
            <a:avLst/>
          </a:prstGeom>
          <a:blipFill>
            <a:blip r:embed="rId12" cstate="print"/>
            <a:stretch>
              <a:fillRect/>
            </a:stretch>
          </a:blipFill>
        </p:spPr>
        <p:txBody>
          <a:bodyPr wrap="square" lIns="0" tIns="0" rIns="0" bIns="0" rtlCol="0"/>
          <a:lstStyle/>
          <a:p>
            <a:endParaRPr sz="2700"/>
          </a:p>
        </p:txBody>
      </p:sp>
    </p:spTree>
    <p:extLst>
      <p:ext uri="{BB962C8B-B14F-4D97-AF65-F5344CB8AC3E}">
        <p14:creationId xmlns:p14="http://schemas.microsoft.com/office/powerpoint/2010/main" val="144688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158316" y="369102"/>
            <a:ext cx="11545738" cy="3026470"/>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What is Sequential Learning</a:t>
            </a:r>
          </a:p>
        </p:txBody>
      </p:sp>
      <p:sp>
        <p:nvSpPr>
          <p:cNvPr id="29" name="object 3"/>
          <p:cNvSpPr txBox="1"/>
          <p:nvPr/>
        </p:nvSpPr>
        <p:spPr>
          <a:xfrm>
            <a:off x="3254314" y="3814160"/>
            <a:ext cx="10481310" cy="2310889"/>
          </a:xfrm>
          <a:prstGeom prst="rect">
            <a:avLst/>
          </a:prstGeom>
        </p:spPr>
        <p:txBody>
          <a:bodyPr vert="horz" wrap="square" lIns="0" tIns="0" rIns="0" bIns="0" rtlCol="0">
            <a:spAutoFit/>
          </a:bodyPr>
          <a:lstStyle/>
          <a:p>
            <a:pPr marL="704850" marR="7620" indent="-685800">
              <a:lnSpc>
                <a:spcPts val="2909"/>
              </a:lnSpc>
              <a:buClr>
                <a:srgbClr val="404040"/>
              </a:buClr>
              <a:buFont typeface="Palatino Linotype"/>
              <a:buAutoNum type="arabicPeriod"/>
              <a:tabLst>
                <a:tab pos="704850" algn="l"/>
              </a:tabLst>
            </a:pPr>
            <a:r>
              <a:rPr sz="2700" spc="23" dirty="0">
                <a:solidFill>
                  <a:srgbClr val="404040"/>
                </a:solidFill>
                <a:latin typeface="Palatino Linotype"/>
                <a:cs typeface="Palatino Linotype"/>
              </a:rPr>
              <a:t>Seq</a:t>
            </a:r>
            <a:r>
              <a:rPr sz="2700" spc="-15" dirty="0">
                <a:solidFill>
                  <a:srgbClr val="404040"/>
                </a:solidFill>
                <a:latin typeface="Palatino Linotype"/>
                <a:cs typeface="Palatino Linotype"/>
              </a:rPr>
              <a:t>uence</a:t>
            </a:r>
            <a:r>
              <a:rPr sz="2700" spc="270" dirty="0">
                <a:solidFill>
                  <a:srgbClr val="404040"/>
                </a:solidFill>
                <a:latin typeface="Palatino Linotype"/>
                <a:cs typeface="Palatino Linotype"/>
              </a:rPr>
              <a:t> </a:t>
            </a:r>
            <a:r>
              <a:rPr sz="2700" spc="-15" dirty="0">
                <a:solidFill>
                  <a:srgbClr val="404040"/>
                </a:solidFill>
                <a:latin typeface="Palatino Linotype"/>
                <a:cs typeface="Palatino Linotype"/>
              </a:rPr>
              <a:t>learning</a:t>
            </a:r>
            <a:r>
              <a:rPr sz="2700" spc="270" dirty="0">
                <a:solidFill>
                  <a:srgbClr val="404040"/>
                </a:solidFill>
                <a:latin typeface="Palatino Linotype"/>
                <a:cs typeface="Palatino Linotype"/>
              </a:rPr>
              <a:t> </a:t>
            </a:r>
            <a:r>
              <a:rPr sz="2700" spc="-23" dirty="0">
                <a:solidFill>
                  <a:srgbClr val="404040"/>
                </a:solidFill>
                <a:latin typeface="Palatino Linotype"/>
                <a:cs typeface="Palatino Linotype"/>
              </a:rPr>
              <a:t>is</a:t>
            </a:r>
            <a:r>
              <a:rPr sz="2700" spc="270" dirty="0">
                <a:solidFill>
                  <a:srgbClr val="404040"/>
                </a:solidFill>
                <a:latin typeface="Palatino Linotype"/>
                <a:cs typeface="Palatino Linotype"/>
              </a:rPr>
              <a:t> </a:t>
            </a:r>
            <a:r>
              <a:rPr sz="2700" spc="60" dirty="0">
                <a:solidFill>
                  <a:srgbClr val="404040"/>
                </a:solidFill>
                <a:latin typeface="Palatino Linotype"/>
                <a:cs typeface="Palatino Linotype"/>
              </a:rPr>
              <a:t>the</a:t>
            </a:r>
            <a:r>
              <a:rPr sz="2700" spc="270" dirty="0">
                <a:solidFill>
                  <a:srgbClr val="404040"/>
                </a:solidFill>
                <a:latin typeface="Palatino Linotype"/>
                <a:cs typeface="Palatino Linotype"/>
              </a:rPr>
              <a:t> </a:t>
            </a:r>
            <a:r>
              <a:rPr sz="2700" dirty="0">
                <a:solidFill>
                  <a:srgbClr val="404040"/>
                </a:solidFill>
                <a:latin typeface="Palatino Linotype"/>
                <a:cs typeface="Palatino Linotype"/>
              </a:rPr>
              <a:t>study</a:t>
            </a:r>
            <a:r>
              <a:rPr sz="2700" spc="263" dirty="0">
                <a:solidFill>
                  <a:srgbClr val="404040"/>
                </a:solidFill>
                <a:latin typeface="Palatino Linotype"/>
                <a:cs typeface="Palatino Linotype"/>
              </a:rPr>
              <a:t> </a:t>
            </a:r>
            <a:r>
              <a:rPr sz="2700" spc="-53" dirty="0">
                <a:solidFill>
                  <a:srgbClr val="404040"/>
                </a:solidFill>
                <a:latin typeface="Palatino Linotype"/>
                <a:cs typeface="Palatino Linotype"/>
              </a:rPr>
              <a:t>of</a:t>
            </a:r>
            <a:r>
              <a:rPr sz="2700" spc="270" dirty="0">
                <a:solidFill>
                  <a:srgbClr val="404040"/>
                </a:solidFill>
                <a:latin typeface="Palatino Linotype"/>
                <a:cs typeface="Palatino Linotype"/>
              </a:rPr>
              <a:t> </a:t>
            </a:r>
            <a:r>
              <a:rPr sz="2700" dirty="0">
                <a:solidFill>
                  <a:srgbClr val="404040"/>
                </a:solidFill>
                <a:latin typeface="Palatino Linotype"/>
                <a:cs typeface="Palatino Linotype"/>
              </a:rPr>
              <a:t>machine</a:t>
            </a:r>
            <a:r>
              <a:rPr sz="2700" spc="270" dirty="0">
                <a:solidFill>
                  <a:srgbClr val="404040"/>
                </a:solidFill>
                <a:latin typeface="Palatino Linotype"/>
                <a:cs typeface="Palatino Linotype"/>
              </a:rPr>
              <a:t> </a:t>
            </a:r>
            <a:r>
              <a:rPr sz="2700" spc="-15" dirty="0">
                <a:solidFill>
                  <a:srgbClr val="404040"/>
                </a:solidFill>
                <a:latin typeface="Palatino Linotype"/>
                <a:cs typeface="Palatino Linotype"/>
              </a:rPr>
              <a:t>learning</a:t>
            </a:r>
            <a:r>
              <a:rPr sz="2700" spc="270" dirty="0">
                <a:solidFill>
                  <a:srgbClr val="404040"/>
                </a:solidFill>
                <a:latin typeface="Palatino Linotype"/>
                <a:cs typeface="Palatino Linotype"/>
              </a:rPr>
              <a:t> </a:t>
            </a:r>
            <a:r>
              <a:rPr sz="2700" spc="23" dirty="0">
                <a:solidFill>
                  <a:srgbClr val="404040"/>
                </a:solidFill>
                <a:latin typeface="Palatino Linotype"/>
                <a:cs typeface="Palatino Linotype"/>
              </a:rPr>
              <a:t>a</a:t>
            </a:r>
            <a:r>
              <a:rPr sz="2700" dirty="0">
                <a:solidFill>
                  <a:srgbClr val="404040"/>
                </a:solidFill>
                <a:latin typeface="Palatino Linotype"/>
                <a:cs typeface="Palatino Linotype"/>
              </a:rPr>
              <a:t>lgorithms </a:t>
            </a:r>
            <a:r>
              <a:rPr sz="2700" spc="-45" dirty="0">
                <a:solidFill>
                  <a:srgbClr val="404040"/>
                </a:solidFill>
                <a:latin typeface="Palatino Linotype"/>
                <a:cs typeface="Palatino Linotype"/>
              </a:rPr>
              <a:t>designed</a:t>
            </a:r>
            <a:r>
              <a:rPr sz="2700" spc="270" dirty="0">
                <a:solidFill>
                  <a:srgbClr val="404040"/>
                </a:solidFill>
                <a:latin typeface="Palatino Linotype"/>
                <a:cs typeface="Palatino Linotype"/>
              </a:rPr>
              <a:t> </a:t>
            </a:r>
            <a:r>
              <a:rPr sz="2700" spc="-38" dirty="0">
                <a:solidFill>
                  <a:srgbClr val="404040"/>
                </a:solidFill>
                <a:latin typeface="Palatino Linotype"/>
                <a:cs typeface="Palatino Linotype"/>
              </a:rPr>
              <a:t>f</a:t>
            </a:r>
            <a:r>
              <a:rPr sz="2700" spc="-15" dirty="0">
                <a:solidFill>
                  <a:srgbClr val="404040"/>
                </a:solidFill>
                <a:latin typeface="Palatino Linotype"/>
                <a:cs typeface="Palatino Linotype"/>
              </a:rPr>
              <a:t>or</a:t>
            </a:r>
            <a:r>
              <a:rPr sz="2700" spc="270" dirty="0">
                <a:solidFill>
                  <a:srgbClr val="404040"/>
                </a:solidFill>
                <a:latin typeface="Palatino Linotype"/>
                <a:cs typeface="Palatino Linotype"/>
              </a:rPr>
              <a:t> </a:t>
            </a:r>
            <a:r>
              <a:rPr sz="2700" spc="-30" dirty="0">
                <a:solidFill>
                  <a:srgbClr val="404040"/>
                </a:solidFill>
                <a:latin typeface="Palatino Linotype"/>
                <a:cs typeface="Palatino Linotype"/>
              </a:rPr>
              <a:t>se</a:t>
            </a:r>
            <a:r>
              <a:rPr sz="2700" spc="-45" dirty="0">
                <a:solidFill>
                  <a:srgbClr val="404040"/>
                </a:solidFill>
                <a:latin typeface="Palatino Linotype"/>
                <a:cs typeface="Palatino Linotype"/>
              </a:rPr>
              <a:t>q</a:t>
            </a:r>
            <a:r>
              <a:rPr sz="2700" spc="23" dirty="0">
                <a:solidFill>
                  <a:srgbClr val="404040"/>
                </a:solidFill>
                <a:latin typeface="Palatino Linotype"/>
                <a:cs typeface="Palatino Linotype"/>
              </a:rPr>
              <a:t>uentia</a:t>
            </a:r>
            <a:r>
              <a:rPr sz="2700" dirty="0">
                <a:solidFill>
                  <a:srgbClr val="404040"/>
                </a:solidFill>
                <a:latin typeface="Palatino Linotype"/>
                <a:cs typeface="Palatino Linotype"/>
              </a:rPr>
              <a:t>l</a:t>
            </a:r>
            <a:r>
              <a:rPr sz="2700" spc="270" dirty="0">
                <a:solidFill>
                  <a:srgbClr val="404040"/>
                </a:solidFill>
                <a:latin typeface="Palatino Linotype"/>
                <a:cs typeface="Palatino Linotype"/>
              </a:rPr>
              <a:t> </a:t>
            </a:r>
            <a:r>
              <a:rPr sz="2700" spc="-30" dirty="0">
                <a:solidFill>
                  <a:srgbClr val="404040"/>
                </a:solidFill>
                <a:latin typeface="Palatino Linotype"/>
                <a:cs typeface="Palatino Linotype"/>
              </a:rPr>
              <a:t>da</a:t>
            </a:r>
            <a:r>
              <a:rPr sz="2700" spc="120" dirty="0">
                <a:solidFill>
                  <a:srgbClr val="404040"/>
                </a:solidFill>
                <a:latin typeface="Palatino Linotype"/>
                <a:cs typeface="Palatino Linotype"/>
              </a:rPr>
              <a:t>ta</a:t>
            </a:r>
            <a:r>
              <a:rPr sz="2700" spc="270" dirty="0">
                <a:solidFill>
                  <a:srgbClr val="404040"/>
                </a:solidFill>
                <a:latin typeface="Palatino Linotype"/>
                <a:cs typeface="Palatino Linotype"/>
              </a:rPr>
              <a:t> </a:t>
            </a:r>
            <a:r>
              <a:rPr sz="2700" spc="-15" dirty="0">
                <a:solidFill>
                  <a:srgbClr val="404040"/>
                </a:solidFill>
                <a:latin typeface="Palatino Linotype"/>
                <a:cs typeface="Palatino Linotype"/>
              </a:rPr>
              <a:t>[1].</a:t>
            </a:r>
            <a:endParaRPr sz="2700" dirty="0">
              <a:latin typeface="Palatino Linotype"/>
              <a:cs typeface="Palatino Linotype"/>
            </a:endParaRPr>
          </a:p>
          <a:p>
            <a:pPr>
              <a:lnSpc>
                <a:spcPct val="100000"/>
              </a:lnSpc>
              <a:buClr>
                <a:srgbClr val="404040"/>
              </a:buClr>
              <a:buFont typeface="Palatino Linotype"/>
              <a:buAutoNum type="arabicPeriod"/>
            </a:pPr>
            <a:endParaRPr sz="2700" dirty="0">
              <a:latin typeface="Times New Roman"/>
              <a:cs typeface="Times New Roman"/>
            </a:endParaRPr>
          </a:p>
          <a:p>
            <a:pPr marL="704850" marR="58103" indent="-685800">
              <a:lnSpc>
                <a:spcPts val="2909"/>
              </a:lnSpc>
              <a:buClr>
                <a:srgbClr val="404040"/>
              </a:buClr>
              <a:buFont typeface="Palatino Linotype"/>
              <a:buAutoNum type="arabicPeriod"/>
              <a:tabLst>
                <a:tab pos="704850" algn="l"/>
              </a:tabLst>
            </a:pPr>
            <a:r>
              <a:rPr sz="2700" spc="45" dirty="0">
                <a:solidFill>
                  <a:srgbClr val="404040"/>
                </a:solidFill>
                <a:latin typeface="Palatino Linotype"/>
                <a:cs typeface="Palatino Linotype"/>
              </a:rPr>
              <a:t>La</a:t>
            </a:r>
            <a:r>
              <a:rPr sz="2700" spc="-38" dirty="0">
                <a:solidFill>
                  <a:srgbClr val="404040"/>
                </a:solidFill>
                <a:latin typeface="Palatino Linotype"/>
                <a:cs typeface="Palatino Linotype"/>
              </a:rPr>
              <a:t>ngua</a:t>
            </a:r>
            <a:r>
              <a:rPr sz="2700" spc="-75" dirty="0">
                <a:solidFill>
                  <a:srgbClr val="404040"/>
                </a:solidFill>
                <a:latin typeface="Palatino Linotype"/>
                <a:cs typeface="Palatino Linotype"/>
              </a:rPr>
              <a:t>ge</a:t>
            </a:r>
            <a:r>
              <a:rPr sz="2700" spc="270" dirty="0">
                <a:solidFill>
                  <a:srgbClr val="404040"/>
                </a:solidFill>
                <a:latin typeface="Palatino Linotype"/>
                <a:cs typeface="Palatino Linotype"/>
              </a:rPr>
              <a:t> </a:t>
            </a:r>
            <a:r>
              <a:rPr sz="2700" spc="-53" dirty="0">
                <a:solidFill>
                  <a:srgbClr val="404040"/>
                </a:solidFill>
                <a:latin typeface="Palatino Linotype"/>
                <a:cs typeface="Palatino Linotype"/>
              </a:rPr>
              <a:t>model</a:t>
            </a:r>
            <a:r>
              <a:rPr sz="2700" spc="270" dirty="0">
                <a:solidFill>
                  <a:srgbClr val="404040"/>
                </a:solidFill>
                <a:latin typeface="Palatino Linotype"/>
                <a:cs typeface="Palatino Linotype"/>
              </a:rPr>
              <a:t> </a:t>
            </a:r>
            <a:r>
              <a:rPr sz="2700" spc="-23" dirty="0">
                <a:solidFill>
                  <a:srgbClr val="404040"/>
                </a:solidFill>
                <a:latin typeface="Palatino Linotype"/>
                <a:cs typeface="Palatino Linotype"/>
              </a:rPr>
              <a:t>is</a:t>
            </a:r>
            <a:r>
              <a:rPr sz="2700" spc="270" dirty="0">
                <a:solidFill>
                  <a:srgbClr val="404040"/>
                </a:solidFill>
                <a:latin typeface="Palatino Linotype"/>
                <a:cs typeface="Palatino Linotype"/>
              </a:rPr>
              <a:t> </a:t>
            </a:r>
            <a:r>
              <a:rPr sz="2700" spc="-30" dirty="0">
                <a:solidFill>
                  <a:srgbClr val="404040"/>
                </a:solidFill>
                <a:latin typeface="Palatino Linotype"/>
                <a:cs typeface="Palatino Linotype"/>
              </a:rPr>
              <a:t>one</a:t>
            </a:r>
            <a:r>
              <a:rPr sz="2700" spc="270" dirty="0">
                <a:solidFill>
                  <a:srgbClr val="404040"/>
                </a:solidFill>
                <a:latin typeface="Palatino Linotype"/>
                <a:cs typeface="Palatino Linotype"/>
              </a:rPr>
              <a:t> </a:t>
            </a:r>
            <a:r>
              <a:rPr sz="2700" spc="-53" dirty="0">
                <a:solidFill>
                  <a:srgbClr val="404040"/>
                </a:solidFill>
                <a:latin typeface="Palatino Linotype"/>
                <a:cs typeface="Palatino Linotype"/>
              </a:rPr>
              <a:t>of</a:t>
            </a:r>
            <a:r>
              <a:rPr sz="2700" spc="270" dirty="0">
                <a:solidFill>
                  <a:srgbClr val="404040"/>
                </a:solidFill>
                <a:latin typeface="Palatino Linotype"/>
                <a:cs typeface="Palatino Linotype"/>
              </a:rPr>
              <a:t> </a:t>
            </a:r>
            <a:r>
              <a:rPr sz="2700" spc="60" dirty="0">
                <a:solidFill>
                  <a:srgbClr val="404040"/>
                </a:solidFill>
                <a:latin typeface="Palatino Linotype"/>
                <a:cs typeface="Palatino Linotype"/>
              </a:rPr>
              <a:t>the</a:t>
            </a:r>
            <a:r>
              <a:rPr sz="2700" spc="270" dirty="0">
                <a:solidFill>
                  <a:srgbClr val="404040"/>
                </a:solidFill>
                <a:latin typeface="Palatino Linotype"/>
                <a:cs typeface="Palatino Linotype"/>
              </a:rPr>
              <a:t> </a:t>
            </a:r>
            <a:r>
              <a:rPr sz="2700" spc="8" dirty="0">
                <a:solidFill>
                  <a:srgbClr val="404040"/>
                </a:solidFill>
                <a:latin typeface="Palatino Linotype"/>
                <a:cs typeface="Palatino Linotype"/>
              </a:rPr>
              <a:t>most</a:t>
            </a:r>
            <a:r>
              <a:rPr sz="2700" spc="270" dirty="0">
                <a:solidFill>
                  <a:srgbClr val="404040"/>
                </a:solidFill>
                <a:latin typeface="Palatino Linotype"/>
                <a:cs typeface="Palatino Linotype"/>
              </a:rPr>
              <a:t> </a:t>
            </a:r>
            <a:r>
              <a:rPr sz="2700" spc="23" dirty="0">
                <a:solidFill>
                  <a:srgbClr val="404040"/>
                </a:solidFill>
                <a:latin typeface="Palatino Linotype"/>
                <a:cs typeface="Palatino Linotype"/>
              </a:rPr>
              <a:t>interesting</a:t>
            </a:r>
            <a:r>
              <a:rPr sz="2700" spc="270" dirty="0">
                <a:solidFill>
                  <a:srgbClr val="404040"/>
                </a:solidFill>
                <a:latin typeface="Palatino Linotype"/>
                <a:cs typeface="Palatino Linotype"/>
              </a:rPr>
              <a:t> </a:t>
            </a:r>
            <a:r>
              <a:rPr sz="2700" spc="23" dirty="0">
                <a:solidFill>
                  <a:srgbClr val="404040"/>
                </a:solidFill>
                <a:latin typeface="Palatino Linotype"/>
                <a:cs typeface="Palatino Linotype"/>
              </a:rPr>
              <a:t>topics</a:t>
            </a:r>
            <a:r>
              <a:rPr sz="2700" spc="270" dirty="0">
                <a:solidFill>
                  <a:srgbClr val="404040"/>
                </a:solidFill>
                <a:latin typeface="Palatino Linotype"/>
                <a:cs typeface="Palatino Linotype"/>
              </a:rPr>
              <a:t> </a:t>
            </a:r>
            <a:r>
              <a:rPr sz="2700" spc="75" dirty="0">
                <a:solidFill>
                  <a:srgbClr val="404040"/>
                </a:solidFill>
                <a:latin typeface="Palatino Linotype"/>
                <a:cs typeface="Palatino Linotype"/>
              </a:rPr>
              <a:t>tha</a:t>
            </a:r>
            <a:r>
              <a:rPr sz="2700" spc="217" dirty="0">
                <a:solidFill>
                  <a:srgbClr val="404040"/>
                </a:solidFill>
                <a:latin typeface="Palatino Linotype"/>
                <a:cs typeface="Palatino Linotype"/>
              </a:rPr>
              <a:t>t</a:t>
            </a:r>
            <a:r>
              <a:rPr sz="2700" spc="270" dirty="0">
                <a:solidFill>
                  <a:srgbClr val="404040"/>
                </a:solidFill>
                <a:latin typeface="Palatino Linotype"/>
                <a:cs typeface="Palatino Linotype"/>
              </a:rPr>
              <a:t> </a:t>
            </a:r>
            <a:r>
              <a:rPr sz="2700" spc="-45" dirty="0">
                <a:solidFill>
                  <a:srgbClr val="404040"/>
                </a:solidFill>
                <a:latin typeface="Palatino Linotype"/>
                <a:cs typeface="Palatino Linotype"/>
              </a:rPr>
              <a:t>use</a:t>
            </a:r>
            <a:r>
              <a:rPr sz="2700" spc="-23" dirty="0">
                <a:solidFill>
                  <a:srgbClr val="404040"/>
                </a:solidFill>
                <a:latin typeface="Palatino Linotype"/>
                <a:cs typeface="Palatino Linotype"/>
              </a:rPr>
              <a:t> </a:t>
            </a:r>
            <a:r>
              <a:rPr sz="2700" spc="-30" dirty="0">
                <a:solidFill>
                  <a:srgbClr val="404040"/>
                </a:solidFill>
                <a:latin typeface="Palatino Linotype"/>
                <a:cs typeface="Palatino Linotype"/>
              </a:rPr>
              <a:t>se</a:t>
            </a:r>
            <a:r>
              <a:rPr sz="2700" spc="-45" dirty="0">
                <a:solidFill>
                  <a:srgbClr val="404040"/>
                </a:solidFill>
                <a:latin typeface="Palatino Linotype"/>
                <a:cs typeface="Palatino Linotype"/>
              </a:rPr>
              <a:t>q</a:t>
            </a:r>
            <a:r>
              <a:rPr sz="2700" spc="-15" dirty="0">
                <a:solidFill>
                  <a:srgbClr val="404040"/>
                </a:solidFill>
                <a:latin typeface="Palatino Linotype"/>
                <a:cs typeface="Palatino Linotype"/>
              </a:rPr>
              <a:t>uence</a:t>
            </a:r>
            <a:r>
              <a:rPr sz="2700" spc="270" dirty="0">
                <a:solidFill>
                  <a:srgbClr val="404040"/>
                </a:solidFill>
                <a:latin typeface="Palatino Linotype"/>
                <a:cs typeface="Palatino Linotype"/>
              </a:rPr>
              <a:t> </a:t>
            </a:r>
            <a:r>
              <a:rPr sz="2700" spc="8" dirty="0">
                <a:solidFill>
                  <a:srgbClr val="404040"/>
                </a:solidFill>
                <a:latin typeface="Palatino Linotype"/>
                <a:cs typeface="Palatino Linotype"/>
              </a:rPr>
              <a:t>labeling.</a:t>
            </a:r>
            <a:endParaRPr sz="2700" dirty="0">
              <a:latin typeface="Palatino Linotype"/>
              <a:cs typeface="Palatino Linotype"/>
            </a:endParaRPr>
          </a:p>
          <a:p>
            <a:pPr marL="1390650" lvl="1" indent="-685800">
              <a:spcBef>
                <a:spcPts val="278"/>
              </a:spcBef>
              <a:buClr>
                <a:srgbClr val="E38312"/>
              </a:buClr>
              <a:buFont typeface="Palatino Linotype"/>
              <a:buAutoNum type="arabicPeriod"/>
              <a:tabLst>
                <a:tab pos="1390650" algn="l"/>
              </a:tabLst>
            </a:pPr>
            <a:r>
              <a:rPr sz="2400" spc="53" dirty="0">
                <a:solidFill>
                  <a:srgbClr val="404040"/>
                </a:solidFill>
                <a:latin typeface="Palatino Linotype"/>
                <a:cs typeface="Palatino Linotype"/>
              </a:rPr>
              <a:t>L</a:t>
            </a:r>
            <a:r>
              <a:rPr sz="2400" spc="8" dirty="0">
                <a:solidFill>
                  <a:srgbClr val="404040"/>
                </a:solidFill>
                <a:latin typeface="Palatino Linotype"/>
                <a:cs typeface="Palatino Linotype"/>
              </a:rPr>
              <a:t>a</a:t>
            </a:r>
            <a:r>
              <a:rPr sz="2400" spc="-8" dirty="0">
                <a:solidFill>
                  <a:srgbClr val="404040"/>
                </a:solidFill>
                <a:latin typeface="Palatino Linotype"/>
                <a:cs typeface="Palatino Linotype"/>
              </a:rPr>
              <a:t>n</a:t>
            </a:r>
            <a:r>
              <a:rPr sz="2400" spc="-83" dirty="0">
                <a:solidFill>
                  <a:srgbClr val="404040"/>
                </a:solidFill>
                <a:latin typeface="Palatino Linotype"/>
                <a:cs typeface="Palatino Linotype"/>
              </a:rPr>
              <a:t>g</a:t>
            </a:r>
            <a:r>
              <a:rPr sz="2400" spc="-53" dirty="0">
                <a:solidFill>
                  <a:srgbClr val="404040"/>
                </a:solidFill>
                <a:latin typeface="Palatino Linotype"/>
                <a:cs typeface="Palatino Linotype"/>
              </a:rPr>
              <a:t>u</a:t>
            </a:r>
            <a:r>
              <a:rPr sz="2400" spc="8" dirty="0">
                <a:solidFill>
                  <a:srgbClr val="404040"/>
                </a:solidFill>
                <a:latin typeface="Palatino Linotype"/>
                <a:cs typeface="Palatino Linotype"/>
              </a:rPr>
              <a:t>a</a:t>
            </a:r>
            <a:r>
              <a:rPr sz="2400" spc="-83" dirty="0">
                <a:solidFill>
                  <a:srgbClr val="404040"/>
                </a:solidFill>
                <a:latin typeface="Palatino Linotype"/>
                <a:cs typeface="Palatino Linotype"/>
              </a:rPr>
              <a:t>g</a:t>
            </a:r>
            <a:r>
              <a:rPr sz="2400" spc="-30" dirty="0">
                <a:solidFill>
                  <a:srgbClr val="404040"/>
                </a:solidFill>
                <a:latin typeface="Palatino Linotype"/>
                <a:cs typeface="Palatino Linotype"/>
              </a:rPr>
              <a:t>e</a:t>
            </a:r>
            <a:r>
              <a:rPr sz="2400" spc="225" dirty="0">
                <a:solidFill>
                  <a:srgbClr val="404040"/>
                </a:solidFill>
                <a:latin typeface="Palatino Linotype"/>
                <a:cs typeface="Palatino Linotype"/>
              </a:rPr>
              <a:t> </a:t>
            </a:r>
            <a:r>
              <a:rPr sz="2400" spc="338" dirty="0">
                <a:solidFill>
                  <a:srgbClr val="404040"/>
                </a:solidFill>
                <a:latin typeface="Palatino Linotype"/>
                <a:cs typeface="Palatino Linotype"/>
              </a:rPr>
              <a:t>T</a:t>
            </a:r>
            <a:r>
              <a:rPr sz="2400" spc="15" dirty="0">
                <a:solidFill>
                  <a:srgbClr val="404040"/>
                </a:solidFill>
                <a:latin typeface="Palatino Linotype"/>
                <a:cs typeface="Palatino Linotype"/>
              </a:rPr>
              <a:t>r</a:t>
            </a:r>
            <a:r>
              <a:rPr sz="2400" spc="8" dirty="0">
                <a:solidFill>
                  <a:srgbClr val="404040"/>
                </a:solidFill>
                <a:latin typeface="Palatino Linotype"/>
                <a:cs typeface="Palatino Linotype"/>
              </a:rPr>
              <a:t>a</a:t>
            </a:r>
            <a:r>
              <a:rPr sz="2400" spc="-8" dirty="0">
                <a:solidFill>
                  <a:srgbClr val="404040"/>
                </a:solidFill>
                <a:latin typeface="Palatino Linotype"/>
                <a:cs typeface="Palatino Linotype"/>
              </a:rPr>
              <a:t>n</a:t>
            </a:r>
            <a:r>
              <a:rPr sz="2400" spc="-38" dirty="0">
                <a:solidFill>
                  <a:srgbClr val="404040"/>
                </a:solidFill>
                <a:latin typeface="Palatino Linotype"/>
                <a:cs typeface="Palatino Linotype"/>
              </a:rPr>
              <a:t>s</a:t>
            </a:r>
            <a:r>
              <a:rPr sz="2400" spc="-15" dirty="0">
                <a:solidFill>
                  <a:srgbClr val="404040"/>
                </a:solidFill>
                <a:latin typeface="Palatino Linotype"/>
                <a:cs typeface="Palatino Linotype"/>
              </a:rPr>
              <a:t>l</a:t>
            </a:r>
            <a:r>
              <a:rPr sz="2400" spc="8" dirty="0">
                <a:solidFill>
                  <a:srgbClr val="404040"/>
                </a:solidFill>
                <a:latin typeface="Palatino Linotype"/>
                <a:cs typeface="Palatino Linotype"/>
              </a:rPr>
              <a:t>a</a:t>
            </a:r>
            <a:r>
              <a:rPr sz="2400" spc="188" dirty="0">
                <a:solidFill>
                  <a:srgbClr val="404040"/>
                </a:solidFill>
                <a:latin typeface="Palatino Linotype"/>
                <a:cs typeface="Palatino Linotype"/>
              </a:rPr>
              <a:t>t</a:t>
            </a:r>
            <a:r>
              <a:rPr sz="2400" spc="-15" dirty="0">
                <a:solidFill>
                  <a:srgbClr val="404040"/>
                </a:solidFill>
                <a:latin typeface="Palatino Linotype"/>
                <a:cs typeface="Palatino Linotype"/>
              </a:rPr>
              <a:t>i</a:t>
            </a:r>
            <a:r>
              <a:rPr sz="2400" spc="-68" dirty="0">
                <a:solidFill>
                  <a:srgbClr val="404040"/>
                </a:solidFill>
                <a:latin typeface="Palatino Linotype"/>
                <a:cs typeface="Palatino Linotype"/>
              </a:rPr>
              <a:t>o</a:t>
            </a:r>
            <a:r>
              <a:rPr sz="2400" dirty="0">
                <a:solidFill>
                  <a:srgbClr val="404040"/>
                </a:solidFill>
                <a:latin typeface="Palatino Linotype"/>
                <a:cs typeface="Palatino Linotype"/>
              </a:rPr>
              <a:t>n</a:t>
            </a:r>
            <a:endParaRPr sz="2400" dirty="0">
              <a:latin typeface="Palatino Linotype"/>
              <a:cs typeface="Palatino Linotype"/>
            </a:endParaRPr>
          </a:p>
        </p:txBody>
      </p:sp>
      <p:sp>
        <p:nvSpPr>
          <p:cNvPr id="30" name="object 4"/>
          <p:cNvSpPr txBox="1"/>
          <p:nvPr/>
        </p:nvSpPr>
        <p:spPr>
          <a:xfrm>
            <a:off x="4648201" y="6242394"/>
            <a:ext cx="240983" cy="689932"/>
          </a:xfrm>
          <a:prstGeom prst="rect">
            <a:avLst/>
          </a:prstGeom>
        </p:spPr>
        <p:txBody>
          <a:bodyPr vert="horz" wrap="square" lIns="0" tIns="0" rIns="0" bIns="0" rtlCol="0">
            <a:spAutoFit/>
          </a:bodyPr>
          <a:lstStyle/>
          <a:p>
            <a:pPr marL="19050"/>
            <a:r>
              <a:rPr sz="1950" spc="45" dirty="0">
                <a:solidFill>
                  <a:srgbClr val="E38312"/>
                </a:solidFill>
                <a:latin typeface="Palatino Linotype"/>
                <a:cs typeface="Palatino Linotype"/>
              </a:rPr>
              <a:t>1</a:t>
            </a:r>
            <a:r>
              <a:rPr sz="1950" spc="75" dirty="0">
                <a:solidFill>
                  <a:srgbClr val="E38312"/>
                </a:solidFill>
                <a:latin typeface="Palatino Linotype"/>
                <a:cs typeface="Palatino Linotype"/>
              </a:rPr>
              <a:t>.</a:t>
            </a:r>
            <a:endParaRPr sz="1950">
              <a:latin typeface="Palatino Linotype"/>
              <a:cs typeface="Palatino Linotype"/>
            </a:endParaRPr>
          </a:p>
          <a:p>
            <a:pPr marL="19050">
              <a:spcBef>
                <a:spcPts val="660"/>
              </a:spcBef>
            </a:pPr>
            <a:r>
              <a:rPr sz="1950" spc="45" dirty="0">
                <a:solidFill>
                  <a:srgbClr val="E38312"/>
                </a:solidFill>
                <a:latin typeface="Palatino Linotype"/>
                <a:cs typeface="Palatino Linotype"/>
              </a:rPr>
              <a:t>2</a:t>
            </a:r>
            <a:r>
              <a:rPr sz="1950" spc="75" dirty="0">
                <a:solidFill>
                  <a:srgbClr val="E38312"/>
                </a:solidFill>
                <a:latin typeface="Palatino Linotype"/>
                <a:cs typeface="Palatino Linotype"/>
              </a:rPr>
              <a:t>.</a:t>
            </a:r>
            <a:endParaRPr sz="1950">
              <a:latin typeface="Palatino Linotype"/>
              <a:cs typeface="Palatino Linotype"/>
            </a:endParaRPr>
          </a:p>
        </p:txBody>
      </p:sp>
      <p:sp>
        <p:nvSpPr>
          <p:cNvPr id="31" name="object 5"/>
          <p:cNvSpPr txBox="1"/>
          <p:nvPr/>
        </p:nvSpPr>
        <p:spPr>
          <a:xfrm>
            <a:off x="5334000" y="6242394"/>
            <a:ext cx="8574405" cy="1914627"/>
          </a:xfrm>
          <a:prstGeom prst="rect">
            <a:avLst/>
          </a:prstGeom>
        </p:spPr>
        <p:txBody>
          <a:bodyPr vert="horz" wrap="square" lIns="0" tIns="0" rIns="0" bIns="0" rtlCol="0">
            <a:spAutoFit/>
          </a:bodyPr>
          <a:lstStyle/>
          <a:p>
            <a:pPr marL="19050" marR="7620">
              <a:lnSpc>
                <a:spcPct val="128200"/>
              </a:lnSpc>
            </a:pPr>
            <a:r>
              <a:rPr sz="1950" spc="-53" dirty="0">
                <a:solidFill>
                  <a:srgbClr val="404040"/>
                </a:solidFill>
                <a:latin typeface="Palatino Linotype"/>
                <a:cs typeface="Palatino Linotype"/>
              </a:rPr>
              <a:t>U</a:t>
            </a:r>
            <a:r>
              <a:rPr sz="1950" spc="-8" dirty="0">
                <a:solidFill>
                  <a:srgbClr val="404040"/>
                </a:solidFill>
                <a:latin typeface="Palatino Linotype"/>
                <a:cs typeface="Palatino Linotype"/>
              </a:rPr>
              <a:t>n</a:t>
            </a:r>
            <a:r>
              <a:rPr sz="1950" spc="-53" dirty="0">
                <a:solidFill>
                  <a:srgbClr val="404040"/>
                </a:solidFill>
                <a:latin typeface="Palatino Linotype"/>
                <a:cs typeface="Palatino Linotype"/>
              </a:rPr>
              <a:t>d</a:t>
            </a:r>
            <a:r>
              <a:rPr sz="1950" spc="-15" dirty="0">
                <a:solidFill>
                  <a:srgbClr val="404040"/>
                </a:solidFill>
                <a:latin typeface="Palatino Linotype"/>
                <a:cs typeface="Palatino Linotype"/>
              </a:rPr>
              <a:t>er</a:t>
            </a:r>
            <a:r>
              <a:rPr sz="1950" spc="-30" dirty="0">
                <a:solidFill>
                  <a:srgbClr val="404040"/>
                </a:solidFill>
                <a:latin typeface="Palatino Linotype"/>
                <a:cs typeface="Palatino Linotype"/>
              </a:rPr>
              <a:t>s</a:t>
            </a:r>
            <a:r>
              <a:rPr sz="1950" spc="150" dirty="0">
                <a:solidFill>
                  <a:srgbClr val="404040"/>
                </a:solidFill>
                <a:latin typeface="Palatino Linotype"/>
                <a:cs typeface="Palatino Linotype"/>
              </a:rPr>
              <a:t>t</a:t>
            </a:r>
            <a:r>
              <a:rPr sz="1950" spc="8" dirty="0">
                <a:solidFill>
                  <a:srgbClr val="404040"/>
                </a:solidFill>
                <a:latin typeface="Palatino Linotype"/>
                <a:cs typeface="Palatino Linotype"/>
              </a:rPr>
              <a:t>a</a:t>
            </a:r>
            <a:r>
              <a:rPr sz="1950" spc="-8" dirty="0">
                <a:solidFill>
                  <a:srgbClr val="404040"/>
                </a:solidFill>
                <a:latin typeface="Palatino Linotype"/>
                <a:cs typeface="Palatino Linotype"/>
              </a:rPr>
              <a:t>n</a:t>
            </a:r>
            <a:r>
              <a:rPr sz="1950" spc="-60" dirty="0">
                <a:solidFill>
                  <a:srgbClr val="404040"/>
                </a:solidFill>
                <a:latin typeface="Palatino Linotype"/>
                <a:cs typeface="Palatino Linotype"/>
              </a:rPr>
              <a:t>d</a:t>
            </a:r>
            <a:r>
              <a:rPr sz="1950" spc="203" dirty="0">
                <a:solidFill>
                  <a:srgbClr val="404040"/>
                </a:solidFill>
                <a:latin typeface="Palatino Linotype"/>
                <a:cs typeface="Palatino Linotype"/>
              </a:rPr>
              <a:t> </a:t>
            </a:r>
            <a:r>
              <a:rPr sz="1950" spc="150" dirty="0">
                <a:solidFill>
                  <a:srgbClr val="404040"/>
                </a:solidFill>
                <a:latin typeface="Palatino Linotype"/>
                <a:cs typeface="Palatino Linotype"/>
              </a:rPr>
              <a:t>t</a:t>
            </a:r>
            <a:r>
              <a:rPr sz="1950" spc="-8" dirty="0">
                <a:solidFill>
                  <a:srgbClr val="404040"/>
                </a:solidFill>
                <a:latin typeface="Palatino Linotype"/>
                <a:cs typeface="Palatino Linotype"/>
              </a:rPr>
              <a:t>h</a:t>
            </a:r>
            <a:r>
              <a:rPr sz="1950" spc="-30" dirty="0">
                <a:solidFill>
                  <a:srgbClr val="404040"/>
                </a:solidFill>
                <a:latin typeface="Palatino Linotype"/>
                <a:cs typeface="Palatino Linotype"/>
              </a:rPr>
              <a:t>e</a:t>
            </a:r>
            <a:r>
              <a:rPr sz="1950" spc="195" dirty="0">
                <a:solidFill>
                  <a:srgbClr val="404040"/>
                </a:solidFill>
                <a:latin typeface="Palatino Linotype"/>
                <a:cs typeface="Palatino Linotype"/>
              </a:rPr>
              <a:t> </a:t>
            </a:r>
            <a:r>
              <a:rPr sz="1950" spc="-30" dirty="0">
                <a:solidFill>
                  <a:srgbClr val="404040"/>
                </a:solidFill>
                <a:latin typeface="Palatino Linotype"/>
                <a:cs typeface="Palatino Linotype"/>
              </a:rPr>
              <a:t>m</a:t>
            </a:r>
            <a:r>
              <a:rPr sz="1950" spc="-15" dirty="0">
                <a:solidFill>
                  <a:srgbClr val="404040"/>
                </a:solidFill>
                <a:latin typeface="Palatino Linotype"/>
                <a:cs typeface="Palatino Linotype"/>
              </a:rPr>
              <a:t>ea</a:t>
            </a:r>
            <a:r>
              <a:rPr sz="1950" spc="-8" dirty="0">
                <a:solidFill>
                  <a:srgbClr val="404040"/>
                </a:solidFill>
                <a:latin typeface="Palatino Linotype"/>
                <a:cs typeface="Palatino Linotype"/>
              </a:rPr>
              <a:t>nin</a:t>
            </a:r>
            <a:r>
              <a:rPr sz="1950" spc="-68" dirty="0">
                <a:solidFill>
                  <a:srgbClr val="404040"/>
                </a:solidFill>
                <a:latin typeface="Palatino Linotype"/>
                <a:cs typeface="Palatino Linotype"/>
              </a:rPr>
              <a:t>g</a:t>
            </a:r>
            <a:r>
              <a:rPr sz="1950" spc="203" dirty="0">
                <a:solidFill>
                  <a:srgbClr val="404040"/>
                </a:solidFill>
                <a:latin typeface="Palatino Linotype"/>
                <a:cs typeface="Palatino Linotype"/>
              </a:rPr>
              <a:t> </a:t>
            </a:r>
            <a:r>
              <a:rPr sz="1950" spc="-53" dirty="0">
                <a:solidFill>
                  <a:srgbClr val="404040"/>
                </a:solidFill>
                <a:latin typeface="Palatino Linotype"/>
                <a:cs typeface="Palatino Linotype"/>
              </a:rPr>
              <a:t>o</a:t>
            </a:r>
            <a:r>
              <a:rPr sz="1950" spc="-30" dirty="0">
                <a:solidFill>
                  <a:srgbClr val="404040"/>
                </a:solidFill>
                <a:latin typeface="Palatino Linotype"/>
                <a:cs typeface="Palatino Linotype"/>
              </a:rPr>
              <a:t>f</a:t>
            </a:r>
            <a:r>
              <a:rPr sz="1950" spc="188" dirty="0">
                <a:solidFill>
                  <a:srgbClr val="404040"/>
                </a:solidFill>
                <a:latin typeface="Palatino Linotype"/>
                <a:cs typeface="Palatino Linotype"/>
              </a:rPr>
              <a:t> </a:t>
            </a:r>
            <a:r>
              <a:rPr sz="1950" spc="-15" dirty="0">
                <a:solidFill>
                  <a:srgbClr val="404040"/>
                </a:solidFill>
                <a:latin typeface="Palatino Linotype"/>
                <a:cs typeface="Palatino Linotype"/>
              </a:rPr>
              <a:t>ea</a:t>
            </a:r>
            <a:r>
              <a:rPr sz="1950" spc="8" dirty="0">
                <a:solidFill>
                  <a:srgbClr val="404040"/>
                </a:solidFill>
                <a:latin typeface="Palatino Linotype"/>
                <a:cs typeface="Palatino Linotype"/>
              </a:rPr>
              <a:t>ch</a:t>
            </a:r>
            <a:r>
              <a:rPr sz="1950" spc="203" dirty="0">
                <a:solidFill>
                  <a:srgbClr val="404040"/>
                </a:solidFill>
                <a:latin typeface="Palatino Linotype"/>
                <a:cs typeface="Palatino Linotype"/>
              </a:rPr>
              <a:t> </a:t>
            </a:r>
            <a:r>
              <a:rPr sz="1950" spc="-165" dirty="0">
                <a:solidFill>
                  <a:srgbClr val="404040"/>
                </a:solidFill>
                <a:latin typeface="Palatino Linotype"/>
                <a:cs typeface="Palatino Linotype"/>
              </a:rPr>
              <a:t>w</a:t>
            </a:r>
            <a:r>
              <a:rPr sz="1950" spc="-53" dirty="0">
                <a:solidFill>
                  <a:srgbClr val="404040"/>
                </a:solidFill>
                <a:latin typeface="Palatino Linotype"/>
                <a:cs typeface="Palatino Linotype"/>
              </a:rPr>
              <a:t>o</a:t>
            </a:r>
            <a:r>
              <a:rPr sz="1950" spc="15" dirty="0">
                <a:solidFill>
                  <a:srgbClr val="404040"/>
                </a:solidFill>
                <a:latin typeface="Palatino Linotype"/>
                <a:cs typeface="Palatino Linotype"/>
              </a:rPr>
              <a:t>r</a:t>
            </a:r>
            <a:r>
              <a:rPr sz="1950" spc="-53" dirty="0">
                <a:solidFill>
                  <a:srgbClr val="404040"/>
                </a:solidFill>
                <a:latin typeface="Palatino Linotype"/>
                <a:cs typeface="Palatino Linotype"/>
              </a:rPr>
              <a:t>d</a:t>
            </a:r>
            <a:r>
              <a:rPr sz="1950" spc="75" dirty="0">
                <a:solidFill>
                  <a:srgbClr val="404040"/>
                </a:solidFill>
                <a:latin typeface="Palatino Linotype"/>
                <a:cs typeface="Palatino Linotype"/>
              </a:rPr>
              <a:t>,</a:t>
            </a:r>
            <a:r>
              <a:rPr sz="1950" spc="195" dirty="0">
                <a:solidFill>
                  <a:srgbClr val="404040"/>
                </a:solidFill>
                <a:latin typeface="Palatino Linotype"/>
                <a:cs typeface="Palatino Linotype"/>
              </a:rPr>
              <a:t> </a:t>
            </a:r>
            <a:r>
              <a:rPr sz="1950" spc="8" dirty="0">
                <a:solidFill>
                  <a:srgbClr val="404040"/>
                </a:solidFill>
                <a:latin typeface="Palatino Linotype"/>
                <a:cs typeface="Palatino Linotype"/>
              </a:rPr>
              <a:t>a</a:t>
            </a:r>
            <a:r>
              <a:rPr sz="1950" spc="-8" dirty="0">
                <a:solidFill>
                  <a:srgbClr val="404040"/>
                </a:solidFill>
                <a:latin typeface="Palatino Linotype"/>
                <a:cs typeface="Palatino Linotype"/>
              </a:rPr>
              <a:t>n</a:t>
            </a:r>
            <a:r>
              <a:rPr sz="1950" spc="-60" dirty="0">
                <a:solidFill>
                  <a:srgbClr val="404040"/>
                </a:solidFill>
                <a:latin typeface="Palatino Linotype"/>
                <a:cs typeface="Palatino Linotype"/>
              </a:rPr>
              <a:t>d</a:t>
            </a:r>
            <a:r>
              <a:rPr sz="1950" spc="203" dirty="0">
                <a:solidFill>
                  <a:srgbClr val="404040"/>
                </a:solidFill>
                <a:latin typeface="Palatino Linotype"/>
                <a:cs typeface="Palatino Linotype"/>
              </a:rPr>
              <a:t> </a:t>
            </a:r>
            <a:r>
              <a:rPr sz="1950" spc="150" dirty="0">
                <a:solidFill>
                  <a:srgbClr val="404040"/>
                </a:solidFill>
                <a:latin typeface="Palatino Linotype"/>
                <a:cs typeface="Palatino Linotype"/>
              </a:rPr>
              <a:t>t</a:t>
            </a:r>
            <a:r>
              <a:rPr sz="1950" spc="-8" dirty="0">
                <a:solidFill>
                  <a:srgbClr val="404040"/>
                </a:solidFill>
                <a:latin typeface="Palatino Linotype"/>
                <a:cs typeface="Palatino Linotype"/>
              </a:rPr>
              <a:t>h</a:t>
            </a:r>
            <a:r>
              <a:rPr sz="1950" spc="-30" dirty="0">
                <a:solidFill>
                  <a:srgbClr val="404040"/>
                </a:solidFill>
                <a:latin typeface="Palatino Linotype"/>
                <a:cs typeface="Palatino Linotype"/>
              </a:rPr>
              <a:t>e</a:t>
            </a:r>
            <a:r>
              <a:rPr sz="1950" spc="195" dirty="0">
                <a:solidFill>
                  <a:srgbClr val="404040"/>
                </a:solidFill>
                <a:latin typeface="Palatino Linotype"/>
                <a:cs typeface="Palatino Linotype"/>
              </a:rPr>
              <a:t> </a:t>
            </a:r>
            <a:r>
              <a:rPr sz="1950" spc="15" dirty="0">
                <a:solidFill>
                  <a:srgbClr val="404040"/>
                </a:solidFill>
                <a:latin typeface="Palatino Linotype"/>
                <a:cs typeface="Palatino Linotype"/>
              </a:rPr>
              <a:t>r</a:t>
            </a:r>
            <a:r>
              <a:rPr sz="1950" spc="-15" dirty="0">
                <a:solidFill>
                  <a:srgbClr val="404040"/>
                </a:solidFill>
                <a:latin typeface="Palatino Linotype"/>
                <a:cs typeface="Palatino Linotype"/>
              </a:rPr>
              <a:t>el</a:t>
            </a:r>
            <a:r>
              <a:rPr sz="1950" spc="8" dirty="0">
                <a:solidFill>
                  <a:srgbClr val="404040"/>
                </a:solidFill>
                <a:latin typeface="Palatino Linotype"/>
                <a:cs typeface="Palatino Linotype"/>
              </a:rPr>
              <a:t>a</a:t>
            </a:r>
            <a:r>
              <a:rPr sz="1950" spc="150" dirty="0">
                <a:solidFill>
                  <a:srgbClr val="404040"/>
                </a:solidFill>
                <a:latin typeface="Palatino Linotype"/>
                <a:cs typeface="Palatino Linotype"/>
              </a:rPr>
              <a:t>t</a:t>
            </a:r>
            <a:r>
              <a:rPr sz="1950" spc="-8" dirty="0">
                <a:solidFill>
                  <a:srgbClr val="404040"/>
                </a:solidFill>
                <a:latin typeface="Palatino Linotype"/>
                <a:cs typeface="Palatino Linotype"/>
              </a:rPr>
              <a:t>i</a:t>
            </a:r>
            <a:r>
              <a:rPr sz="1950" spc="-53" dirty="0">
                <a:solidFill>
                  <a:srgbClr val="404040"/>
                </a:solidFill>
                <a:latin typeface="Palatino Linotype"/>
                <a:cs typeface="Palatino Linotype"/>
              </a:rPr>
              <a:t>o</a:t>
            </a:r>
            <a:r>
              <a:rPr sz="1950" spc="-8" dirty="0">
                <a:solidFill>
                  <a:srgbClr val="404040"/>
                </a:solidFill>
                <a:latin typeface="Palatino Linotype"/>
                <a:cs typeface="Palatino Linotype"/>
              </a:rPr>
              <a:t>n</a:t>
            </a:r>
            <a:r>
              <a:rPr sz="1950" spc="-30" dirty="0">
                <a:solidFill>
                  <a:srgbClr val="404040"/>
                </a:solidFill>
                <a:latin typeface="Palatino Linotype"/>
                <a:cs typeface="Palatino Linotype"/>
              </a:rPr>
              <a:t>s</a:t>
            </a:r>
            <a:r>
              <a:rPr sz="1950" spc="-8" dirty="0">
                <a:solidFill>
                  <a:srgbClr val="404040"/>
                </a:solidFill>
                <a:latin typeface="Palatino Linotype"/>
                <a:cs typeface="Palatino Linotype"/>
              </a:rPr>
              <a:t>hi</a:t>
            </a:r>
            <a:r>
              <a:rPr sz="1950" spc="-53" dirty="0">
                <a:solidFill>
                  <a:srgbClr val="404040"/>
                </a:solidFill>
                <a:latin typeface="Palatino Linotype"/>
                <a:cs typeface="Palatino Linotype"/>
              </a:rPr>
              <a:t>p</a:t>
            </a:r>
            <a:r>
              <a:rPr sz="1950" spc="203" dirty="0">
                <a:solidFill>
                  <a:srgbClr val="404040"/>
                </a:solidFill>
                <a:latin typeface="Palatino Linotype"/>
                <a:cs typeface="Palatino Linotype"/>
              </a:rPr>
              <a:t> </a:t>
            </a:r>
            <a:r>
              <a:rPr sz="1950" spc="60" dirty="0">
                <a:solidFill>
                  <a:srgbClr val="404040"/>
                </a:solidFill>
                <a:latin typeface="Palatino Linotype"/>
                <a:cs typeface="Palatino Linotype"/>
              </a:rPr>
              <a:t>bet</a:t>
            </a:r>
            <a:r>
              <a:rPr sz="1950" spc="-165" dirty="0">
                <a:solidFill>
                  <a:srgbClr val="404040"/>
                </a:solidFill>
                <a:latin typeface="Palatino Linotype"/>
                <a:cs typeface="Palatino Linotype"/>
              </a:rPr>
              <a:t>w</a:t>
            </a:r>
            <a:r>
              <a:rPr sz="1950" spc="-23" dirty="0">
                <a:solidFill>
                  <a:srgbClr val="404040"/>
                </a:solidFill>
                <a:latin typeface="Palatino Linotype"/>
                <a:cs typeface="Palatino Linotype"/>
              </a:rPr>
              <a:t>een</a:t>
            </a:r>
            <a:r>
              <a:rPr sz="1950" spc="203" dirty="0">
                <a:solidFill>
                  <a:srgbClr val="404040"/>
                </a:solidFill>
                <a:latin typeface="Palatino Linotype"/>
                <a:cs typeface="Palatino Linotype"/>
              </a:rPr>
              <a:t> </a:t>
            </a:r>
            <a:r>
              <a:rPr sz="1950" spc="-165" dirty="0">
                <a:solidFill>
                  <a:srgbClr val="404040"/>
                </a:solidFill>
                <a:latin typeface="Palatino Linotype"/>
                <a:cs typeface="Palatino Linotype"/>
              </a:rPr>
              <a:t>w</a:t>
            </a:r>
            <a:r>
              <a:rPr sz="1950" spc="-53" dirty="0">
                <a:solidFill>
                  <a:srgbClr val="404040"/>
                </a:solidFill>
                <a:latin typeface="Palatino Linotype"/>
                <a:cs typeface="Palatino Linotype"/>
              </a:rPr>
              <a:t>o</a:t>
            </a:r>
            <a:r>
              <a:rPr sz="1950" spc="15" dirty="0">
                <a:solidFill>
                  <a:srgbClr val="404040"/>
                </a:solidFill>
                <a:latin typeface="Palatino Linotype"/>
                <a:cs typeface="Palatino Linotype"/>
              </a:rPr>
              <a:t>r</a:t>
            </a:r>
            <a:r>
              <a:rPr sz="1950" spc="-53" dirty="0">
                <a:solidFill>
                  <a:srgbClr val="404040"/>
                </a:solidFill>
                <a:latin typeface="Palatino Linotype"/>
                <a:cs typeface="Palatino Linotype"/>
              </a:rPr>
              <a:t>d</a:t>
            </a:r>
            <a:r>
              <a:rPr sz="1950" spc="-30" dirty="0">
                <a:solidFill>
                  <a:srgbClr val="404040"/>
                </a:solidFill>
                <a:latin typeface="Palatino Linotype"/>
                <a:cs typeface="Palatino Linotype"/>
              </a:rPr>
              <a:t>s</a:t>
            </a:r>
            <a:r>
              <a:rPr sz="1950" spc="-15" dirty="0">
                <a:solidFill>
                  <a:srgbClr val="404040"/>
                </a:solidFill>
                <a:latin typeface="Palatino Linotype"/>
                <a:cs typeface="Palatino Linotype"/>
              </a:rPr>
              <a:t> </a:t>
            </a:r>
            <a:r>
              <a:rPr sz="1950" spc="15" dirty="0">
                <a:solidFill>
                  <a:srgbClr val="404040"/>
                </a:solidFill>
                <a:latin typeface="Palatino Linotype"/>
                <a:cs typeface="Palatino Linotype"/>
              </a:rPr>
              <a:t>I</a:t>
            </a:r>
            <a:r>
              <a:rPr sz="1950" spc="-8" dirty="0">
                <a:solidFill>
                  <a:srgbClr val="404040"/>
                </a:solidFill>
                <a:latin typeface="Palatino Linotype"/>
                <a:cs typeface="Palatino Linotype"/>
              </a:rPr>
              <a:t>n</a:t>
            </a:r>
            <a:r>
              <a:rPr sz="1950" spc="-45" dirty="0">
                <a:solidFill>
                  <a:srgbClr val="404040"/>
                </a:solidFill>
                <a:latin typeface="Palatino Linotype"/>
                <a:cs typeface="Palatino Linotype"/>
              </a:rPr>
              <a:t>pu</a:t>
            </a:r>
            <a:r>
              <a:rPr sz="1950" spc="150" dirty="0">
                <a:solidFill>
                  <a:srgbClr val="404040"/>
                </a:solidFill>
                <a:latin typeface="Palatino Linotype"/>
                <a:cs typeface="Palatino Linotype"/>
              </a:rPr>
              <a:t>t</a:t>
            </a:r>
            <a:r>
              <a:rPr sz="1950" spc="75" dirty="0">
                <a:solidFill>
                  <a:srgbClr val="404040"/>
                </a:solidFill>
                <a:latin typeface="Palatino Linotype"/>
                <a:cs typeface="Palatino Linotype"/>
              </a:rPr>
              <a:t>:</a:t>
            </a:r>
            <a:r>
              <a:rPr sz="1950" spc="195" dirty="0">
                <a:solidFill>
                  <a:srgbClr val="404040"/>
                </a:solidFill>
                <a:latin typeface="Palatino Linotype"/>
                <a:cs typeface="Palatino Linotype"/>
              </a:rPr>
              <a:t> </a:t>
            </a:r>
            <a:r>
              <a:rPr sz="1950" spc="-53" dirty="0">
                <a:solidFill>
                  <a:srgbClr val="404040"/>
                </a:solidFill>
                <a:latin typeface="Palatino Linotype"/>
                <a:cs typeface="Palatino Linotype"/>
              </a:rPr>
              <a:t>o</a:t>
            </a:r>
            <a:r>
              <a:rPr sz="1950" spc="-8" dirty="0">
                <a:solidFill>
                  <a:srgbClr val="404040"/>
                </a:solidFill>
                <a:latin typeface="Palatino Linotype"/>
                <a:cs typeface="Palatino Linotype"/>
              </a:rPr>
              <a:t>n</a:t>
            </a:r>
            <a:r>
              <a:rPr sz="1950" spc="-30" dirty="0">
                <a:solidFill>
                  <a:srgbClr val="404040"/>
                </a:solidFill>
                <a:latin typeface="Palatino Linotype"/>
                <a:cs typeface="Palatino Linotype"/>
              </a:rPr>
              <a:t>e</a:t>
            </a:r>
            <a:r>
              <a:rPr sz="1950" spc="195" dirty="0">
                <a:solidFill>
                  <a:srgbClr val="404040"/>
                </a:solidFill>
                <a:latin typeface="Palatino Linotype"/>
                <a:cs typeface="Palatino Linotype"/>
              </a:rPr>
              <a:t> </a:t>
            </a:r>
            <a:r>
              <a:rPr sz="1950" spc="-30" dirty="0">
                <a:solidFill>
                  <a:srgbClr val="404040"/>
                </a:solidFill>
                <a:latin typeface="Palatino Linotype"/>
                <a:cs typeface="Palatino Linotype"/>
              </a:rPr>
              <a:t>s</a:t>
            </a:r>
            <a:r>
              <a:rPr sz="1950" spc="-23" dirty="0">
                <a:solidFill>
                  <a:srgbClr val="404040"/>
                </a:solidFill>
                <a:latin typeface="Palatino Linotype"/>
                <a:cs typeface="Palatino Linotype"/>
              </a:rPr>
              <a:t>en</a:t>
            </a:r>
            <a:r>
              <a:rPr sz="1950" spc="150" dirty="0">
                <a:solidFill>
                  <a:srgbClr val="404040"/>
                </a:solidFill>
                <a:latin typeface="Palatino Linotype"/>
                <a:cs typeface="Palatino Linotype"/>
              </a:rPr>
              <a:t>t</a:t>
            </a:r>
            <a:r>
              <a:rPr sz="1950" spc="-23" dirty="0">
                <a:solidFill>
                  <a:srgbClr val="404040"/>
                </a:solidFill>
                <a:latin typeface="Palatino Linotype"/>
                <a:cs typeface="Palatino Linotype"/>
              </a:rPr>
              <a:t>en</a:t>
            </a:r>
            <a:r>
              <a:rPr sz="1950" dirty="0">
                <a:solidFill>
                  <a:srgbClr val="404040"/>
                </a:solidFill>
                <a:latin typeface="Palatino Linotype"/>
                <a:cs typeface="Palatino Linotype"/>
              </a:rPr>
              <a:t>ce</a:t>
            </a:r>
            <a:r>
              <a:rPr sz="1950" spc="195" dirty="0">
                <a:solidFill>
                  <a:srgbClr val="404040"/>
                </a:solidFill>
                <a:latin typeface="Palatino Linotype"/>
                <a:cs typeface="Palatino Linotype"/>
              </a:rPr>
              <a:t> </a:t>
            </a:r>
            <a:r>
              <a:rPr sz="1950" spc="-15" dirty="0">
                <a:solidFill>
                  <a:srgbClr val="404040"/>
                </a:solidFill>
                <a:latin typeface="Palatino Linotype"/>
                <a:cs typeface="Palatino Linotype"/>
              </a:rPr>
              <a:t>in</a:t>
            </a:r>
            <a:r>
              <a:rPr sz="1950" spc="203" dirty="0">
                <a:solidFill>
                  <a:srgbClr val="404040"/>
                </a:solidFill>
                <a:latin typeface="Palatino Linotype"/>
                <a:cs typeface="Palatino Linotype"/>
              </a:rPr>
              <a:t> </a:t>
            </a:r>
            <a:r>
              <a:rPr sz="1950" spc="83" dirty="0">
                <a:solidFill>
                  <a:srgbClr val="404040"/>
                </a:solidFill>
                <a:latin typeface="Palatino Linotype"/>
                <a:cs typeface="Palatino Linotype"/>
              </a:rPr>
              <a:t>G</a:t>
            </a:r>
            <a:r>
              <a:rPr sz="1950" spc="-15" dirty="0">
                <a:solidFill>
                  <a:srgbClr val="404040"/>
                </a:solidFill>
                <a:latin typeface="Palatino Linotype"/>
                <a:cs typeface="Palatino Linotype"/>
              </a:rPr>
              <a:t>er</a:t>
            </a:r>
            <a:r>
              <a:rPr sz="1950" spc="-30" dirty="0">
                <a:solidFill>
                  <a:srgbClr val="404040"/>
                </a:solidFill>
                <a:latin typeface="Palatino Linotype"/>
                <a:cs typeface="Palatino Linotype"/>
              </a:rPr>
              <a:t>m</a:t>
            </a:r>
            <a:r>
              <a:rPr sz="1950" spc="8" dirty="0">
                <a:solidFill>
                  <a:srgbClr val="404040"/>
                </a:solidFill>
                <a:latin typeface="Palatino Linotype"/>
                <a:cs typeface="Palatino Linotype"/>
              </a:rPr>
              <a:t>a</a:t>
            </a:r>
            <a:r>
              <a:rPr sz="1950" spc="-15" dirty="0">
                <a:solidFill>
                  <a:srgbClr val="404040"/>
                </a:solidFill>
                <a:latin typeface="Palatino Linotype"/>
                <a:cs typeface="Palatino Linotype"/>
              </a:rPr>
              <a:t>n</a:t>
            </a:r>
            <a:endParaRPr sz="1950" dirty="0">
              <a:latin typeface="Palatino Linotype"/>
              <a:cs typeface="Palatino Linotype"/>
            </a:endParaRPr>
          </a:p>
          <a:p>
            <a:pPr marL="19050">
              <a:spcBef>
                <a:spcPts val="660"/>
              </a:spcBef>
            </a:pPr>
            <a:r>
              <a:rPr sz="1950" spc="-8" dirty="0">
                <a:solidFill>
                  <a:srgbClr val="404040"/>
                </a:solidFill>
                <a:latin typeface="Palatino Linotype"/>
                <a:cs typeface="Palatino Linotype"/>
              </a:rPr>
              <a:t>in</a:t>
            </a:r>
            <a:r>
              <a:rPr sz="1950" spc="-45" dirty="0">
                <a:solidFill>
                  <a:srgbClr val="404040"/>
                </a:solidFill>
                <a:latin typeface="Palatino Linotype"/>
                <a:cs typeface="Palatino Linotype"/>
              </a:rPr>
              <a:t>pu</a:t>
            </a:r>
            <a:r>
              <a:rPr sz="1950" spc="150" dirty="0">
                <a:solidFill>
                  <a:srgbClr val="404040"/>
                </a:solidFill>
                <a:latin typeface="Palatino Linotype"/>
                <a:cs typeface="Palatino Linotype"/>
              </a:rPr>
              <a:t>t</a:t>
            </a:r>
            <a:r>
              <a:rPr sz="1950" spc="195" dirty="0">
                <a:solidFill>
                  <a:srgbClr val="404040"/>
                </a:solidFill>
                <a:latin typeface="Palatino Linotype"/>
                <a:cs typeface="Palatino Linotype"/>
              </a:rPr>
              <a:t> </a:t>
            </a:r>
            <a:r>
              <a:rPr sz="1950" spc="600" dirty="0">
                <a:solidFill>
                  <a:srgbClr val="404040"/>
                </a:solidFill>
                <a:latin typeface="Palatino Linotype"/>
                <a:cs typeface="Palatino Linotype"/>
              </a:rPr>
              <a:t>=</a:t>
            </a:r>
            <a:r>
              <a:rPr sz="1950" spc="195" dirty="0">
                <a:solidFill>
                  <a:srgbClr val="404040"/>
                </a:solidFill>
                <a:latin typeface="Palatino Linotype"/>
                <a:cs typeface="Palatino Linotype"/>
              </a:rPr>
              <a:t> </a:t>
            </a:r>
            <a:r>
              <a:rPr sz="1950" spc="68" dirty="0">
                <a:solidFill>
                  <a:srgbClr val="404040"/>
                </a:solidFill>
                <a:latin typeface="Palatino Linotype"/>
                <a:cs typeface="Palatino Linotype"/>
              </a:rPr>
              <a:t>"I</a:t>
            </a:r>
            <a:r>
              <a:rPr sz="1950" spc="8" dirty="0">
                <a:solidFill>
                  <a:srgbClr val="404040"/>
                </a:solidFill>
                <a:latin typeface="Palatino Linotype"/>
                <a:cs typeface="Palatino Linotype"/>
              </a:rPr>
              <a:t>ch</a:t>
            </a:r>
            <a:r>
              <a:rPr sz="1950" spc="203" dirty="0">
                <a:solidFill>
                  <a:srgbClr val="404040"/>
                </a:solidFill>
                <a:latin typeface="Palatino Linotype"/>
                <a:cs typeface="Palatino Linotype"/>
              </a:rPr>
              <a:t> </a:t>
            </a:r>
            <a:r>
              <a:rPr sz="1950" spc="-165" dirty="0">
                <a:solidFill>
                  <a:srgbClr val="404040"/>
                </a:solidFill>
                <a:latin typeface="Palatino Linotype"/>
                <a:cs typeface="Palatino Linotype"/>
              </a:rPr>
              <a:t>w</a:t>
            </a:r>
            <a:r>
              <a:rPr sz="1950" spc="-8" dirty="0">
                <a:solidFill>
                  <a:srgbClr val="404040"/>
                </a:solidFill>
                <a:latin typeface="Palatino Linotype"/>
                <a:cs typeface="Palatino Linotype"/>
              </a:rPr>
              <a:t>ill</a:t>
            </a:r>
            <a:r>
              <a:rPr sz="1950" spc="195" dirty="0">
                <a:solidFill>
                  <a:srgbClr val="404040"/>
                </a:solidFill>
                <a:latin typeface="Palatino Linotype"/>
                <a:cs typeface="Palatino Linotype"/>
              </a:rPr>
              <a:t> </a:t>
            </a:r>
            <a:r>
              <a:rPr sz="1950" spc="-30" dirty="0">
                <a:solidFill>
                  <a:srgbClr val="404040"/>
                </a:solidFill>
                <a:latin typeface="Palatino Linotype"/>
                <a:cs typeface="Palatino Linotype"/>
              </a:rPr>
              <a:t>s</a:t>
            </a:r>
            <a:r>
              <a:rPr sz="1950" spc="150" dirty="0">
                <a:solidFill>
                  <a:srgbClr val="404040"/>
                </a:solidFill>
                <a:latin typeface="Palatino Linotype"/>
                <a:cs typeface="Palatino Linotype"/>
              </a:rPr>
              <a:t>t</a:t>
            </a:r>
            <a:r>
              <a:rPr sz="1950" spc="8" dirty="0">
                <a:solidFill>
                  <a:srgbClr val="404040"/>
                </a:solidFill>
                <a:latin typeface="Palatino Linotype"/>
                <a:cs typeface="Palatino Linotype"/>
              </a:rPr>
              <a:t>a</a:t>
            </a:r>
            <a:r>
              <a:rPr sz="1950" spc="15" dirty="0">
                <a:solidFill>
                  <a:srgbClr val="404040"/>
                </a:solidFill>
                <a:latin typeface="Palatino Linotype"/>
                <a:cs typeface="Palatino Linotype"/>
              </a:rPr>
              <a:t>r</a:t>
            </a:r>
            <a:r>
              <a:rPr sz="1950" spc="-15" dirty="0">
                <a:solidFill>
                  <a:srgbClr val="404040"/>
                </a:solidFill>
                <a:latin typeface="Palatino Linotype"/>
                <a:cs typeface="Palatino Linotype"/>
              </a:rPr>
              <a:t>k</a:t>
            </a:r>
            <a:r>
              <a:rPr sz="1950" spc="195" dirty="0">
                <a:solidFill>
                  <a:srgbClr val="404040"/>
                </a:solidFill>
                <a:latin typeface="Palatino Linotype"/>
                <a:cs typeface="Palatino Linotype"/>
              </a:rPr>
              <a:t> </a:t>
            </a:r>
            <a:r>
              <a:rPr sz="1950" spc="105" dirty="0">
                <a:solidFill>
                  <a:srgbClr val="404040"/>
                </a:solidFill>
                <a:latin typeface="Palatino Linotype"/>
                <a:cs typeface="Palatino Linotype"/>
              </a:rPr>
              <a:t>S</a:t>
            </a:r>
            <a:r>
              <a:rPr sz="1950" spc="150" dirty="0">
                <a:solidFill>
                  <a:srgbClr val="404040"/>
                </a:solidFill>
                <a:latin typeface="Palatino Linotype"/>
                <a:cs typeface="Palatino Linotype"/>
              </a:rPr>
              <a:t>t</a:t>
            </a:r>
            <a:r>
              <a:rPr sz="1950" spc="-38" dirty="0">
                <a:solidFill>
                  <a:srgbClr val="404040"/>
                </a:solidFill>
                <a:latin typeface="Palatino Linotype"/>
                <a:cs typeface="Palatino Linotype"/>
              </a:rPr>
              <a:t>e</a:t>
            </a:r>
            <a:r>
              <a:rPr sz="1950" spc="-45" dirty="0">
                <a:solidFill>
                  <a:srgbClr val="404040"/>
                </a:solidFill>
                <a:latin typeface="Palatino Linotype"/>
                <a:cs typeface="Palatino Linotype"/>
              </a:rPr>
              <a:t>u</a:t>
            </a:r>
            <a:r>
              <a:rPr sz="1950" spc="-15" dirty="0">
                <a:solidFill>
                  <a:srgbClr val="404040"/>
                </a:solidFill>
                <a:latin typeface="Palatino Linotype"/>
                <a:cs typeface="Palatino Linotype"/>
              </a:rPr>
              <a:t>ern</a:t>
            </a:r>
            <a:r>
              <a:rPr sz="1950" spc="203" dirty="0">
                <a:solidFill>
                  <a:srgbClr val="404040"/>
                </a:solidFill>
                <a:latin typeface="Palatino Linotype"/>
                <a:cs typeface="Palatino Linotype"/>
              </a:rPr>
              <a:t> </a:t>
            </a:r>
            <a:r>
              <a:rPr sz="1950" spc="-30" dirty="0">
                <a:solidFill>
                  <a:srgbClr val="404040"/>
                </a:solidFill>
                <a:latin typeface="Palatino Linotype"/>
                <a:cs typeface="Palatino Linotype"/>
              </a:rPr>
              <a:t>s</a:t>
            </a:r>
            <a:r>
              <a:rPr sz="1950" spc="-23" dirty="0">
                <a:solidFill>
                  <a:srgbClr val="404040"/>
                </a:solidFill>
                <a:latin typeface="Palatino Linotype"/>
                <a:cs typeface="Palatino Linotype"/>
              </a:rPr>
              <a:t>en</a:t>
            </a:r>
            <a:r>
              <a:rPr sz="1950" spc="-15" dirty="0">
                <a:solidFill>
                  <a:srgbClr val="404040"/>
                </a:solidFill>
                <a:latin typeface="Palatino Linotype"/>
                <a:cs typeface="Palatino Linotype"/>
              </a:rPr>
              <a:t>k</a:t>
            </a:r>
            <a:r>
              <a:rPr sz="1950" spc="-23" dirty="0">
                <a:solidFill>
                  <a:srgbClr val="404040"/>
                </a:solidFill>
                <a:latin typeface="Palatino Linotype"/>
                <a:cs typeface="Palatino Linotype"/>
              </a:rPr>
              <a:t>en</a:t>
            </a:r>
            <a:r>
              <a:rPr sz="1950" spc="105" dirty="0">
                <a:solidFill>
                  <a:srgbClr val="404040"/>
                </a:solidFill>
                <a:latin typeface="Palatino Linotype"/>
                <a:cs typeface="Palatino Linotype"/>
              </a:rPr>
              <a:t>"</a:t>
            </a:r>
            <a:endParaRPr sz="1950" dirty="0">
              <a:latin typeface="Palatino Linotype"/>
              <a:cs typeface="Palatino Linotype"/>
            </a:endParaRPr>
          </a:p>
          <a:p>
            <a:pPr marL="19050">
              <a:spcBef>
                <a:spcPts val="660"/>
              </a:spcBef>
            </a:pPr>
            <a:r>
              <a:rPr sz="1950" spc="45" dirty="0">
                <a:solidFill>
                  <a:srgbClr val="404040"/>
                </a:solidFill>
                <a:latin typeface="Palatino Linotype"/>
                <a:cs typeface="Palatino Linotype"/>
              </a:rPr>
              <a:t>O</a:t>
            </a:r>
            <a:r>
              <a:rPr sz="1950" spc="-45" dirty="0">
                <a:solidFill>
                  <a:srgbClr val="404040"/>
                </a:solidFill>
                <a:latin typeface="Palatino Linotype"/>
                <a:cs typeface="Palatino Linotype"/>
              </a:rPr>
              <a:t>u</a:t>
            </a:r>
            <a:r>
              <a:rPr sz="1950" spc="150" dirty="0">
                <a:solidFill>
                  <a:srgbClr val="404040"/>
                </a:solidFill>
                <a:latin typeface="Palatino Linotype"/>
                <a:cs typeface="Palatino Linotype"/>
              </a:rPr>
              <a:t>t</a:t>
            </a:r>
            <a:r>
              <a:rPr sz="1950" spc="-45" dirty="0">
                <a:solidFill>
                  <a:srgbClr val="404040"/>
                </a:solidFill>
                <a:latin typeface="Palatino Linotype"/>
                <a:cs typeface="Palatino Linotype"/>
              </a:rPr>
              <a:t>pu</a:t>
            </a:r>
            <a:r>
              <a:rPr sz="1950" spc="150" dirty="0">
                <a:solidFill>
                  <a:srgbClr val="404040"/>
                </a:solidFill>
                <a:latin typeface="Palatino Linotype"/>
                <a:cs typeface="Palatino Linotype"/>
              </a:rPr>
              <a:t>t</a:t>
            </a:r>
            <a:r>
              <a:rPr sz="1950" spc="75" dirty="0">
                <a:solidFill>
                  <a:srgbClr val="404040"/>
                </a:solidFill>
                <a:latin typeface="Palatino Linotype"/>
                <a:cs typeface="Palatino Linotype"/>
              </a:rPr>
              <a:t>:</a:t>
            </a:r>
            <a:r>
              <a:rPr sz="1950" spc="195" dirty="0">
                <a:solidFill>
                  <a:srgbClr val="404040"/>
                </a:solidFill>
                <a:latin typeface="Palatino Linotype"/>
                <a:cs typeface="Palatino Linotype"/>
              </a:rPr>
              <a:t> </a:t>
            </a:r>
            <a:r>
              <a:rPr sz="1950" spc="-53" dirty="0">
                <a:solidFill>
                  <a:srgbClr val="404040"/>
                </a:solidFill>
                <a:latin typeface="Palatino Linotype"/>
                <a:cs typeface="Palatino Linotype"/>
              </a:rPr>
              <a:t>o</a:t>
            </a:r>
            <a:r>
              <a:rPr sz="1950" spc="-8" dirty="0">
                <a:solidFill>
                  <a:srgbClr val="404040"/>
                </a:solidFill>
                <a:latin typeface="Palatino Linotype"/>
                <a:cs typeface="Palatino Linotype"/>
              </a:rPr>
              <a:t>n</a:t>
            </a:r>
            <a:r>
              <a:rPr sz="1950" spc="-30" dirty="0">
                <a:solidFill>
                  <a:srgbClr val="404040"/>
                </a:solidFill>
                <a:latin typeface="Palatino Linotype"/>
                <a:cs typeface="Palatino Linotype"/>
              </a:rPr>
              <a:t>e</a:t>
            </a:r>
            <a:r>
              <a:rPr sz="1950" spc="195" dirty="0">
                <a:solidFill>
                  <a:srgbClr val="404040"/>
                </a:solidFill>
                <a:latin typeface="Palatino Linotype"/>
                <a:cs typeface="Palatino Linotype"/>
              </a:rPr>
              <a:t> </a:t>
            </a:r>
            <a:r>
              <a:rPr sz="1950" spc="-30" dirty="0">
                <a:solidFill>
                  <a:srgbClr val="404040"/>
                </a:solidFill>
                <a:latin typeface="Palatino Linotype"/>
                <a:cs typeface="Palatino Linotype"/>
              </a:rPr>
              <a:t>s</a:t>
            </a:r>
            <a:r>
              <a:rPr sz="1950" spc="-23" dirty="0">
                <a:solidFill>
                  <a:srgbClr val="404040"/>
                </a:solidFill>
                <a:latin typeface="Palatino Linotype"/>
                <a:cs typeface="Palatino Linotype"/>
              </a:rPr>
              <a:t>en</a:t>
            </a:r>
            <a:r>
              <a:rPr sz="1950" spc="150" dirty="0">
                <a:solidFill>
                  <a:srgbClr val="404040"/>
                </a:solidFill>
                <a:latin typeface="Palatino Linotype"/>
                <a:cs typeface="Palatino Linotype"/>
              </a:rPr>
              <a:t>t</a:t>
            </a:r>
            <a:r>
              <a:rPr sz="1950" spc="-23" dirty="0">
                <a:solidFill>
                  <a:srgbClr val="404040"/>
                </a:solidFill>
                <a:latin typeface="Palatino Linotype"/>
                <a:cs typeface="Palatino Linotype"/>
              </a:rPr>
              <a:t>en</a:t>
            </a:r>
            <a:r>
              <a:rPr sz="1950" dirty="0">
                <a:solidFill>
                  <a:srgbClr val="404040"/>
                </a:solidFill>
                <a:latin typeface="Palatino Linotype"/>
                <a:cs typeface="Palatino Linotype"/>
              </a:rPr>
              <a:t>ce</a:t>
            </a:r>
            <a:r>
              <a:rPr sz="1950" spc="195" dirty="0">
                <a:solidFill>
                  <a:srgbClr val="404040"/>
                </a:solidFill>
                <a:latin typeface="Palatino Linotype"/>
                <a:cs typeface="Palatino Linotype"/>
              </a:rPr>
              <a:t> </a:t>
            </a:r>
            <a:r>
              <a:rPr sz="1950" spc="-15" dirty="0">
                <a:solidFill>
                  <a:srgbClr val="404040"/>
                </a:solidFill>
                <a:latin typeface="Palatino Linotype"/>
                <a:cs typeface="Palatino Linotype"/>
              </a:rPr>
              <a:t>in</a:t>
            </a:r>
            <a:r>
              <a:rPr sz="1950" spc="203" dirty="0">
                <a:solidFill>
                  <a:srgbClr val="404040"/>
                </a:solidFill>
                <a:latin typeface="Palatino Linotype"/>
                <a:cs typeface="Palatino Linotype"/>
              </a:rPr>
              <a:t> </a:t>
            </a:r>
            <a:r>
              <a:rPr sz="1950" spc="165" dirty="0">
                <a:solidFill>
                  <a:srgbClr val="404040"/>
                </a:solidFill>
                <a:latin typeface="Palatino Linotype"/>
                <a:cs typeface="Palatino Linotype"/>
              </a:rPr>
              <a:t>E</a:t>
            </a:r>
            <a:r>
              <a:rPr sz="1950" spc="-8" dirty="0">
                <a:solidFill>
                  <a:srgbClr val="404040"/>
                </a:solidFill>
                <a:latin typeface="Palatino Linotype"/>
                <a:cs typeface="Palatino Linotype"/>
              </a:rPr>
              <a:t>n</a:t>
            </a:r>
            <a:r>
              <a:rPr sz="1950" spc="-60" dirty="0">
                <a:solidFill>
                  <a:srgbClr val="404040"/>
                </a:solidFill>
                <a:latin typeface="Palatino Linotype"/>
                <a:cs typeface="Palatino Linotype"/>
              </a:rPr>
              <a:t>g</a:t>
            </a:r>
            <a:r>
              <a:rPr sz="1950" spc="-8" dirty="0">
                <a:solidFill>
                  <a:srgbClr val="404040"/>
                </a:solidFill>
                <a:latin typeface="Palatino Linotype"/>
                <a:cs typeface="Palatino Linotype"/>
              </a:rPr>
              <a:t>li</a:t>
            </a:r>
            <a:r>
              <a:rPr sz="1950" spc="-30" dirty="0">
                <a:solidFill>
                  <a:srgbClr val="404040"/>
                </a:solidFill>
                <a:latin typeface="Palatino Linotype"/>
                <a:cs typeface="Palatino Linotype"/>
              </a:rPr>
              <a:t>s</a:t>
            </a:r>
            <a:r>
              <a:rPr sz="1950" spc="-15" dirty="0">
                <a:solidFill>
                  <a:srgbClr val="404040"/>
                </a:solidFill>
                <a:latin typeface="Palatino Linotype"/>
                <a:cs typeface="Palatino Linotype"/>
              </a:rPr>
              <a:t>h</a:t>
            </a:r>
            <a:endParaRPr sz="1950" dirty="0">
              <a:latin typeface="Palatino Linotype"/>
              <a:cs typeface="Palatino Linotype"/>
            </a:endParaRPr>
          </a:p>
          <a:p>
            <a:pPr marL="19050">
              <a:spcBef>
                <a:spcPts val="683"/>
              </a:spcBef>
            </a:pPr>
            <a:r>
              <a:rPr spc="15" dirty="0">
                <a:solidFill>
                  <a:srgbClr val="404040"/>
                </a:solidFill>
                <a:latin typeface="Palatino Linotype"/>
                <a:cs typeface="Palatino Linotype"/>
              </a:rPr>
              <a:t>output</a:t>
            </a:r>
            <a:r>
              <a:rPr spc="180" dirty="0">
                <a:solidFill>
                  <a:srgbClr val="404040"/>
                </a:solidFill>
                <a:latin typeface="Palatino Linotype"/>
                <a:cs typeface="Palatino Linotype"/>
              </a:rPr>
              <a:t> </a:t>
            </a:r>
            <a:r>
              <a:rPr spc="563" dirty="0">
                <a:solidFill>
                  <a:srgbClr val="404040"/>
                </a:solidFill>
                <a:latin typeface="Palatino Linotype"/>
                <a:cs typeface="Palatino Linotype"/>
              </a:rPr>
              <a:t>=</a:t>
            </a:r>
            <a:r>
              <a:rPr spc="180" dirty="0">
                <a:solidFill>
                  <a:srgbClr val="404040"/>
                </a:solidFill>
                <a:latin typeface="Palatino Linotype"/>
                <a:cs typeface="Palatino Linotype"/>
              </a:rPr>
              <a:t> </a:t>
            </a:r>
            <a:r>
              <a:rPr spc="105" dirty="0">
                <a:solidFill>
                  <a:srgbClr val="404040"/>
                </a:solidFill>
                <a:latin typeface="Palatino Linotype"/>
                <a:cs typeface="Palatino Linotype"/>
              </a:rPr>
              <a:t>"</a:t>
            </a:r>
            <a:r>
              <a:rPr spc="15" dirty="0">
                <a:solidFill>
                  <a:srgbClr val="404040"/>
                </a:solidFill>
                <a:latin typeface="Palatino Linotype"/>
                <a:cs typeface="Palatino Linotype"/>
              </a:rPr>
              <a:t>I</a:t>
            </a:r>
            <a:r>
              <a:rPr spc="180" dirty="0">
                <a:solidFill>
                  <a:srgbClr val="404040"/>
                </a:solidFill>
                <a:latin typeface="Palatino Linotype"/>
                <a:cs typeface="Palatino Linotype"/>
              </a:rPr>
              <a:t> </a:t>
            </a:r>
            <a:r>
              <a:rPr spc="-75" dirty="0">
                <a:solidFill>
                  <a:srgbClr val="404040"/>
                </a:solidFill>
                <a:latin typeface="Palatino Linotype"/>
                <a:cs typeface="Palatino Linotype"/>
              </a:rPr>
              <a:t>w</a:t>
            </a:r>
            <a:r>
              <a:rPr spc="-53" dirty="0">
                <a:solidFill>
                  <a:srgbClr val="404040"/>
                </a:solidFill>
                <a:latin typeface="Palatino Linotype"/>
                <a:cs typeface="Palatino Linotype"/>
              </a:rPr>
              <a:t>a</a:t>
            </a:r>
            <a:r>
              <a:rPr spc="68" dirty="0">
                <a:solidFill>
                  <a:srgbClr val="404040"/>
                </a:solidFill>
                <a:latin typeface="Palatino Linotype"/>
                <a:cs typeface="Palatino Linotype"/>
              </a:rPr>
              <a:t>nt</a:t>
            </a:r>
            <a:r>
              <a:rPr spc="180" dirty="0">
                <a:solidFill>
                  <a:srgbClr val="404040"/>
                </a:solidFill>
                <a:latin typeface="Palatino Linotype"/>
                <a:cs typeface="Palatino Linotype"/>
              </a:rPr>
              <a:t> </a:t>
            </a:r>
            <a:r>
              <a:rPr spc="45" dirty="0">
                <a:solidFill>
                  <a:srgbClr val="404040"/>
                </a:solidFill>
                <a:latin typeface="Palatino Linotype"/>
                <a:cs typeface="Palatino Linotype"/>
              </a:rPr>
              <a:t>to</a:t>
            </a:r>
            <a:r>
              <a:rPr spc="180" dirty="0">
                <a:solidFill>
                  <a:srgbClr val="404040"/>
                </a:solidFill>
                <a:latin typeface="Palatino Linotype"/>
                <a:cs typeface="Palatino Linotype"/>
              </a:rPr>
              <a:t> </a:t>
            </a:r>
            <a:r>
              <a:rPr spc="45" dirty="0">
                <a:solidFill>
                  <a:srgbClr val="404040"/>
                </a:solidFill>
                <a:latin typeface="Palatino Linotype"/>
                <a:cs typeface="Palatino Linotype"/>
              </a:rPr>
              <a:t>cut</a:t>
            </a:r>
            <a:r>
              <a:rPr spc="180" dirty="0">
                <a:solidFill>
                  <a:srgbClr val="404040"/>
                </a:solidFill>
                <a:latin typeface="Palatino Linotype"/>
                <a:cs typeface="Palatino Linotype"/>
              </a:rPr>
              <a:t> </a:t>
            </a:r>
            <a:r>
              <a:rPr spc="60" dirty="0">
                <a:solidFill>
                  <a:srgbClr val="404040"/>
                </a:solidFill>
                <a:latin typeface="Palatino Linotype"/>
                <a:cs typeface="Palatino Linotype"/>
              </a:rPr>
              <a:t>t</a:t>
            </a:r>
            <a:r>
              <a:rPr spc="90" dirty="0">
                <a:solidFill>
                  <a:srgbClr val="404040"/>
                </a:solidFill>
                <a:latin typeface="Palatino Linotype"/>
                <a:cs typeface="Palatino Linotype"/>
              </a:rPr>
              <a:t>a</a:t>
            </a:r>
            <a:r>
              <a:rPr spc="8" dirty="0">
                <a:solidFill>
                  <a:srgbClr val="404040"/>
                </a:solidFill>
                <a:latin typeface="Palatino Linotype"/>
                <a:cs typeface="Palatino Linotype"/>
              </a:rPr>
              <a:t>xes</a:t>
            </a:r>
            <a:r>
              <a:rPr spc="171" dirty="0">
                <a:solidFill>
                  <a:srgbClr val="404040"/>
                </a:solidFill>
                <a:latin typeface="Palatino Linotype"/>
                <a:cs typeface="Palatino Linotype"/>
              </a:rPr>
              <a:t> </a:t>
            </a:r>
            <a:r>
              <a:rPr spc="-15" dirty="0">
                <a:solidFill>
                  <a:srgbClr val="404040"/>
                </a:solidFill>
                <a:latin typeface="Palatino Linotype"/>
                <a:cs typeface="Palatino Linotype"/>
              </a:rPr>
              <a:t>bigly</a:t>
            </a:r>
            <a:r>
              <a:rPr spc="105" dirty="0">
                <a:solidFill>
                  <a:srgbClr val="404040"/>
                </a:solidFill>
                <a:latin typeface="Palatino Linotype"/>
                <a:cs typeface="Palatino Linotype"/>
              </a:rPr>
              <a:t>"</a:t>
            </a:r>
            <a:r>
              <a:rPr spc="180" dirty="0">
                <a:solidFill>
                  <a:srgbClr val="404040"/>
                </a:solidFill>
                <a:latin typeface="Palatino Linotype"/>
                <a:cs typeface="Palatino Linotype"/>
              </a:rPr>
              <a:t> </a:t>
            </a:r>
            <a:r>
              <a:rPr spc="127" dirty="0">
                <a:solidFill>
                  <a:srgbClr val="404040"/>
                </a:solidFill>
                <a:latin typeface="Palatino Linotype"/>
                <a:cs typeface="Palatino Linotype"/>
              </a:rPr>
              <a:t>(</a:t>
            </a:r>
            <a:r>
              <a:rPr dirty="0">
                <a:solidFill>
                  <a:srgbClr val="404040"/>
                </a:solidFill>
                <a:latin typeface="Palatino Linotype"/>
                <a:cs typeface="Palatino Linotype"/>
              </a:rPr>
              <a:t>big</a:t>
            </a:r>
            <a:r>
              <a:rPr spc="180" dirty="0">
                <a:solidFill>
                  <a:srgbClr val="404040"/>
                </a:solidFill>
                <a:latin typeface="Palatino Linotype"/>
                <a:cs typeface="Palatino Linotype"/>
              </a:rPr>
              <a:t> </a:t>
            </a:r>
            <a:r>
              <a:rPr spc="-8" dirty="0">
                <a:solidFill>
                  <a:srgbClr val="404040"/>
                </a:solidFill>
                <a:latin typeface="Palatino Linotype"/>
                <a:cs typeface="Palatino Linotype"/>
              </a:rPr>
              <a:t>le</a:t>
            </a:r>
            <a:r>
              <a:rPr spc="-23" dirty="0">
                <a:solidFill>
                  <a:srgbClr val="404040"/>
                </a:solidFill>
                <a:latin typeface="Palatino Linotype"/>
                <a:cs typeface="Palatino Linotype"/>
              </a:rPr>
              <a:t>a</a:t>
            </a:r>
            <a:r>
              <a:rPr spc="-45" dirty="0">
                <a:solidFill>
                  <a:srgbClr val="404040"/>
                </a:solidFill>
                <a:latin typeface="Palatino Linotype"/>
                <a:cs typeface="Palatino Linotype"/>
              </a:rPr>
              <a:t>gue</a:t>
            </a:r>
            <a:r>
              <a:rPr spc="105" dirty="0">
                <a:solidFill>
                  <a:srgbClr val="404040"/>
                </a:solidFill>
                <a:latin typeface="Palatino Linotype"/>
                <a:cs typeface="Palatino Linotype"/>
              </a:rPr>
              <a:t>?)</a:t>
            </a:r>
            <a:endParaRPr dirty="0">
              <a:latin typeface="Palatino Linotype"/>
              <a:cs typeface="Palatino Linotype"/>
            </a:endParaRPr>
          </a:p>
        </p:txBody>
      </p:sp>
      <p:sp>
        <p:nvSpPr>
          <p:cNvPr id="32" name="object 6"/>
          <p:cNvSpPr txBox="1"/>
          <p:nvPr/>
        </p:nvSpPr>
        <p:spPr>
          <a:xfrm>
            <a:off x="4648201" y="7385394"/>
            <a:ext cx="240983" cy="300082"/>
          </a:xfrm>
          <a:prstGeom prst="rect">
            <a:avLst/>
          </a:prstGeom>
        </p:spPr>
        <p:txBody>
          <a:bodyPr vert="horz" wrap="square" lIns="0" tIns="0" rIns="0" bIns="0" rtlCol="0">
            <a:spAutoFit/>
          </a:bodyPr>
          <a:lstStyle/>
          <a:p>
            <a:pPr marL="19050"/>
            <a:r>
              <a:rPr sz="1950" spc="45" dirty="0">
                <a:solidFill>
                  <a:srgbClr val="E38312"/>
                </a:solidFill>
                <a:latin typeface="Palatino Linotype"/>
                <a:cs typeface="Palatino Linotype"/>
              </a:rPr>
              <a:t>3</a:t>
            </a:r>
            <a:r>
              <a:rPr sz="1950" spc="75" dirty="0">
                <a:solidFill>
                  <a:srgbClr val="E38312"/>
                </a:solidFill>
                <a:latin typeface="Palatino Linotype"/>
                <a:cs typeface="Palatino Linotype"/>
              </a:rPr>
              <a:t>.</a:t>
            </a:r>
            <a:endParaRPr sz="1950">
              <a:latin typeface="Palatino Linotype"/>
              <a:cs typeface="Palatino Linotype"/>
            </a:endParaRPr>
          </a:p>
        </p:txBody>
      </p:sp>
      <p:sp>
        <p:nvSpPr>
          <p:cNvPr id="33" name="object 2"/>
          <p:cNvSpPr/>
          <p:nvPr/>
        </p:nvSpPr>
        <p:spPr>
          <a:xfrm>
            <a:off x="9525000" y="4152900"/>
            <a:ext cx="2514600" cy="762706"/>
          </a:xfrm>
          <a:prstGeom prst="rect">
            <a:avLst/>
          </a:prstGeom>
          <a:blipFill>
            <a:blip r:embed="rId12" cstate="print"/>
            <a:stretch>
              <a:fillRect/>
            </a:stretch>
          </a:blipFill>
        </p:spPr>
        <p:txBody>
          <a:bodyPr wrap="square" lIns="0" tIns="0" rIns="0" bIns="0" rtlCol="0"/>
          <a:lstStyle/>
          <a:p>
            <a:endParaRPr sz="2700"/>
          </a:p>
        </p:txBody>
      </p:sp>
    </p:spTree>
    <p:extLst>
      <p:ext uri="{BB962C8B-B14F-4D97-AF65-F5344CB8AC3E}">
        <p14:creationId xmlns:p14="http://schemas.microsoft.com/office/powerpoint/2010/main" val="149053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158316" y="369102"/>
            <a:ext cx="11545738" cy="3026470"/>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What is Sequential Learning</a:t>
            </a:r>
          </a:p>
        </p:txBody>
      </p:sp>
      <p:sp>
        <p:nvSpPr>
          <p:cNvPr id="26" name="object 3"/>
          <p:cNvSpPr txBox="1"/>
          <p:nvPr/>
        </p:nvSpPr>
        <p:spPr>
          <a:xfrm>
            <a:off x="2667091" y="4322161"/>
            <a:ext cx="10645139" cy="2282676"/>
          </a:xfrm>
          <a:prstGeom prst="rect">
            <a:avLst/>
          </a:prstGeom>
        </p:spPr>
        <p:txBody>
          <a:bodyPr vert="horz" wrap="square" lIns="0" tIns="0" rIns="0" bIns="0" rtlCol="0">
            <a:spAutoFit/>
          </a:bodyPr>
          <a:lstStyle/>
          <a:p>
            <a:pPr marL="704850" marR="7620" indent="-685800">
              <a:lnSpc>
                <a:spcPts val="2775"/>
              </a:lnSpc>
              <a:buClr>
                <a:srgbClr val="404040"/>
              </a:buClr>
              <a:buFont typeface="Palatino Linotype"/>
              <a:buAutoNum type="arabicPeriod"/>
              <a:tabLst>
                <a:tab pos="704850" algn="l"/>
              </a:tabLst>
            </a:pPr>
            <a:r>
              <a:rPr sz="2400" spc="150" dirty="0">
                <a:solidFill>
                  <a:srgbClr val="404040"/>
                </a:solidFill>
                <a:latin typeface="Palatino Linotype"/>
                <a:cs typeface="Palatino Linotype"/>
              </a:rPr>
              <a:t>To</a:t>
            </a:r>
            <a:r>
              <a:rPr sz="2400" spc="270" dirty="0">
                <a:solidFill>
                  <a:srgbClr val="404040"/>
                </a:solidFill>
                <a:latin typeface="Palatino Linotype"/>
                <a:cs typeface="Palatino Linotype"/>
              </a:rPr>
              <a:t> </a:t>
            </a:r>
            <a:r>
              <a:rPr sz="2400" spc="-23" dirty="0">
                <a:solidFill>
                  <a:srgbClr val="404040"/>
                </a:solidFill>
                <a:latin typeface="Palatino Linotype"/>
                <a:cs typeface="Palatino Linotype"/>
              </a:rPr>
              <a:t>make</a:t>
            </a:r>
            <a:r>
              <a:rPr sz="2400" spc="270" dirty="0">
                <a:solidFill>
                  <a:srgbClr val="404040"/>
                </a:solidFill>
                <a:latin typeface="Palatino Linotype"/>
                <a:cs typeface="Palatino Linotype"/>
              </a:rPr>
              <a:t> </a:t>
            </a:r>
            <a:r>
              <a:rPr sz="2400" spc="105" dirty="0">
                <a:solidFill>
                  <a:srgbClr val="404040"/>
                </a:solidFill>
                <a:latin typeface="Palatino Linotype"/>
                <a:cs typeface="Palatino Linotype"/>
              </a:rPr>
              <a:t>it</a:t>
            </a:r>
            <a:r>
              <a:rPr sz="2400" spc="270" dirty="0">
                <a:solidFill>
                  <a:srgbClr val="404040"/>
                </a:solidFill>
                <a:latin typeface="Palatino Linotype"/>
                <a:cs typeface="Palatino Linotype"/>
              </a:rPr>
              <a:t> </a:t>
            </a:r>
            <a:r>
              <a:rPr sz="2400" spc="-15" dirty="0">
                <a:solidFill>
                  <a:srgbClr val="404040"/>
                </a:solidFill>
                <a:latin typeface="Palatino Linotype"/>
                <a:cs typeface="Palatino Linotype"/>
              </a:rPr>
              <a:t>easier</a:t>
            </a:r>
            <a:r>
              <a:rPr sz="2400" spc="270" dirty="0">
                <a:solidFill>
                  <a:srgbClr val="404040"/>
                </a:solidFill>
                <a:latin typeface="Palatino Linotype"/>
                <a:cs typeface="Palatino Linotype"/>
              </a:rPr>
              <a:t> </a:t>
            </a:r>
            <a:r>
              <a:rPr sz="2400" spc="68" dirty="0">
                <a:solidFill>
                  <a:srgbClr val="404040"/>
                </a:solidFill>
                <a:latin typeface="Palatino Linotype"/>
                <a:cs typeface="Palatino Linotype"/>
              </a:rPr>
              <a:t>to</a:t>
            </a:r>
            <a:r>
              <a:rPr sz="2400" spc="270" dirty="0">
                <a:solidFill>
                  <a:srgbClr val="404040"/>
                </a:solidFill>
                <a:latin typeface="Palatino Linotype"/>
                <a:cs typeface="Palatino Linotype"/>
              </a:rPr>
              <a:t> </a:t>
            </a:r>
            <a:r>
              <a:rPr sz="2400" dirty="0">
                <a:solidFill>
                  <a:srgbClr val="404040"/>
                </a:solidFill>
                <a:latin typeface="Palatino Linotype"/>
                <a:cs typeface="Palatino Linotype"/>
              </a:rPr>
              <a:t>understand</a:t>
            </a:r>
            <a:r>
              <a:rPr sz="2400" spc="270" dirty="0">
                <a:solidFill>
                  <a:srgbClr val="404040"/>
                </a:solidFill>
                <a:latin typeface="Palatino Linotype"/>
                <a:cs typeface="Palatino Linotype"/>
              </a:rPr>
              <a:t> </a:t>
            </a:r>
            <a:r>
              <a:rPr sz="2400" spc="-75" dirty="0">
                <a:solidFill>
                  <a:srgbClr val="404040"/>
                </a:solidFill>
                <a:latin typeface="Palatino Linotype"/>
                <a:cs typeface="Palatino Linotype"/>
              </a:rPr>
              <a:t>why</a:t>
            </a:r>
            <a:r>
              <a:rPr sz="2400" spc="263" dirty="0">
                <a:solidFill>
                  <a:srgbClr val="404040"/>
                </a:solidFill>
                <a:latin typeface="Palatino Linotype"/>
                <a:cs typeface="Palatino Linotype"/>
              </a:rPr>
              <a:t> </a:t>
            </a:r>
            <a:r>
              <a:rPr sz="2400" spc="-127" dirty="0">
                <a:solidFill>
                  <a:srgbClr val="404040"/>
                </a:solidFill>
                <a:latin typeface="Palatino Linotype"/>
                <a:cs typeface="Palatino Linotype"/>
              </a:rPr>
              <a:t>we</a:t>
            </a:r>
            <a:r>
              <a:rPr sz="2400" spc="270" dirty="0">
                <a:solidFill>
                  <a:srgbClr val="404040"/>
                </a:solidFill>
                <a:latin typeface="Palatino Linotype"/>
                <a:cs typeface="Palatino Linotype"/>
              </a:rPr>
              <a:t> </a:t>
            </a:r>
            <a:r>
              <a:rPr sz="2400" spc="-45" dirty="0">
                <a:solidFill>
                  <a:srgbClr val="404040"/>
                </a:solidFill>
                <a:latin typeface="Palatino Linotype"/>
                <a:cs typeface="Palatino Linotype"/>
              </a:rPr>
              <a:t>need</a:t>
            </a:r>
            <a:r>
              <a:rPr sz="2400" spc="270" dirty="0">
                <a:solidFill>
                  <a:srgbClr val="404040"/>
                </a:solidFill>
                <a:latin typeface="Palatino Linotype"/>
                <a:cs typeface="Palatino Linotype"/>
              </a:rPr>
              <a:t> </a:t>
            </a:r>
            <a:r>
              <a:rPr sz="2400" spc="-23" dirty="0">
                <a:solidFill>
                  <a:srgbClr val="404040"/>
                </a:solidFill>
                <a:latin typeface="Palatino Linotype"/>
                <a:cs typeface="Palatino Linotype"/>
              </a:rPr>
              <a:t>RNN,</a:t>
            </a:r>
            <a:r>
              <a:rPr sz="2400" spc="270" dirty="0">
                <a:solidFill>
                  <a:srgbClr val="404040"/>
                </a:solidFill>
                <a:latin typeface="Palatino Linotype"/>
                <a:cs typeface="Palatino Linotype"/>
              </a:rPr>
              <a:t> </a:t>
            </a:r>
            <a:r>
              <a:rPr sz="2400" spc="68" dirty="0">
                <a:solidFill>
                  <a:srgbClr val="404040"/>
                </a:solidFill>
                <a:latin typeface="Palatino Linotype"/>
                <a:cs typeface="Palatino Linotype"/>
              </a:rPr>
              <a:t>let's</a:t>
            </a:r>
            <a:r>
              <a:rPr sz="2400" spc="270" dirty="0">
                <a:solidFill>
                  <a:srgbClr val="404040"/>
                </a:solidFill>
                <a:latin typeface="Palatino Linotype"/>
                <a:cs typeface="Palatino Linotype"/>
              </a:rPr>
              <a:t> </a:t>
            </a:r>
            <a:r>
              <a:rPr sz="2400" spc="38" dirty="0">
                <a:solidFill>
                  <a:srgbClr val="404040"/>
                </a:solidFill>
                <a:latin typeface="Palatino Linotype"/>
                <a:cs typeface="Palatino Linotype"/>
              </a:rPr>
              <a:t>think about</a:t>
            </a:r>
            <a:r>
              <a:rPr sz="2400" spc="270" dirty="0">
                <a:solidFill>
                  <a:srgbClr val="404040"/>
                </a:solidFill>
                <a:latin typeface="Palatino Linotype"/>
                <a:cs typeface="Palatino Linotype"/>
              </a:rPr>
              <a:t> </a:t>
            </a:r>
            <a:r>
              <a:rPr sz="2400" spc="23" dirty="0">
                <a:solidFill>
                  <a:srgbClr val="404040"/>
                </a:solidFill>
                <a:latin typeface="Palatino Linotype"/>
                <a:cs typeface="Palatino Linotype"/>
              </a:rPr>
              <a:t>a</a:t>
            </a:r>
            <a:r>
              <a:rPr sz="2400" spc="270" dirty="0">
                <a:solidFill>
                  <a:srgbClr val="404040"/>
                </a:solidFill>
                <a:latin typeface="Palatino Linotype"/>
                <a:cs typeface="Palatino Linotype"/>
              </a:rPr>
              <a:t> </a:t>
            </a:r>
            <a:r>
              <a:rPr sz="2400" spc="-30" dirty="0">
                <a:solidFill>
                  <a:srgbClr val="404040"/>
                </a:solidFill>
                <a:latin typeface="Palatino Linotype"/>
                <a:cs typeface="Palatino Linotype"/>
              </a:rPr>
              <a:t>simple</a:t>
            </a:r>
            <a:r>
              <a:rPr sz="2400" spc="270" dirty="0">
                <a:solidFill>
                  <a:srgbClr val="404040"/>
                </a:solidFill>
                <a:latin typeface="Palatino Linotype"/>
                <a:cs typeface="Palatino Linotype"/>
              </a:rPr>
              <a:t> </a:t>
            </a:r>
            <a:r>
              <a:rPr sz="2400" spc="-30" dirty="0">
                <a:solidFill>
                  <a:srgbClr val="404040"/>
                </a:solidFill>
                <a:latin typeface="Palatino Linotype"/>
                <a:cs typeface="Palatino Linotype"/>
              </a:rPr>
              <a:t>speaking</a:t>
            </a:r>
            <a:r>
              <a:rPr sz="2400" spc="270" dirty="0">
                <a:solidFill>
                  <a:srgbClr val="404040"/>
                </a:solidFill>
                <a:latin typeface="Palatino Linotype"/>
                <a:cs typeface="Palatino Linotype"/>
              </a:rPr>
              <a:t> </a:t>
            </a:r>
            <a:r>
              <a:rPr sz="2400" dirty="0">
                <a:solidFill>
                  <a:srgbClr val="404040"/>
                </a:solidFill>
                <a:latin typeface="Palatino Linotype"/>
                <a:cs typeface="Palatino Linotype"/>
              </a:rPr>
              <a:t>case</a:t>
            </a:r>
            <a:endParaRPr sz="2400" dirty="0">
              <a:latin typeface="Palatino Linotype"/>
              <a:cs typeface="Palatino Linotype"/>
            </a:endParaRPr>
          </a:p>
          <a:p>
            <a:pPr marL="1390650" marR="731520" lvl="1" indent="-685800">
              <a:lnSpc>
                <a:spcPts val="2459"/>
              </a:lnSpc>
              <a:spcBef>
                <a:spcPts val="878"/>
              </a:spcBef>
              <a:buClr>
                <a:srgbClr val="E38312"/>
              </a:buClr>
              <a:buFont typeface="Palatino Linotype"/>
              <a:buAutoNum type="arabicPeriod"/>
              <a:tabLst>
                <a:tab pos="1390650" algn="l"/>
              </a:tabLst>
            </a:pPr>
            <a:r>
              <a:rPr sz="2400" spc="53" dirty="0">
                <a:solidFill>
                  <a:srgbClr val="404040"/>
                </a:solidFill>
                <a:latin typeface="Palatino Linotype"/>
                <a:cs typeface="Palatino Linotype"/>
              </a:rPr>
              <a:t>We</a:t>
            </a:r>
            <a:r>
              <a:rPr sz="2400" spc="225" dirty="0">
                <a:solidFill>
                  <a:srgbClr val="404040"/>
                </a:solidFill>
                <a:latin typeface="Palatino Linotype"/>
                <a:cs typeface="Palatino Linotype"/>
              </a:rPr>
              <a:t> </a:t>
            </a:r>
            <a:r>
              <a:rPr sz="2400" spc="8" dirty="0">
                <a:solidFill>
                  <a:srgbClr val="404040"/>
                </a:solidFill>
                <a:latin typeface="Palatino Linotype"/>
                <a:cs typeface="Palatino Linotype"/>
              </a:rPr>
              <a:t>are</a:t>
            </a:r>
            <a:r>
              <a:rPr sz="2400" spc="225" dirty="0">
                <a:solidFill>
                  <a:srgbClr val="404040"/>
                </a:solidFill>
                <a:latin typeface="Palatino Linotype"/>
                <a:cs typeface="Palatino Linotype"/>
              </a:rPr>
              <a:t> </a:t>
            </a:r>
            <a:r>
              <a:rPr sz="2400" spc="-30" dirty="0">
                <a:solidFill>
                  <a:srgbClr val="404040"/>
                </a:solidFill>
                <a:latin typeface="Palatino Linotype"/>
                <a:cs typeface="Palatino Linotype"/>
              </a:rPr>
              <a:t>given</a:t>
            </a:r>
            <a:r>
              <a:rPr sz="2400" spc="233" dirty="0">
                <a:solidFill>
                  <a:srgbClr val="404040"/>
                </a:solidFill>
                <a:latin typeface="Palatino Linotype"/>
                <a:cs typeface="Palatino Linotype"/>
              </a:rPr>
              <a:t> </a:t>
            </a:r>
            <a:r>
              <a:rPr sz="2400" spc="23" dirty="0">
                <a:solidFill>
                  <a:srgbClr val="404040"/>
                </a:solidFill>
                <a:latin typeface="Palatino Linotype"/>
                <a:cs typeface="Palatino Linotype"/>
              </a:rPr>
              <a:t>a</a:t>
            </a:r>
            <a:r>
              <a:rPr sz="2400" spc="225" dirty="0">
                <a:solidFill>
                  <a:srgbClr val="404040"/>
                </a:solidFill>
                <a:latin typeface="Palatino Linotype"/>
                <a:cs typeface="Palatino Linotype"/>
              </a:rPr>
              <a:t> </a:t>
            </a:r>
            <a:r>
              <a:rPr sz="2400" spc="-30" dirty="0">
                <a:solidFill>
                  <a:srgbClr val="404040"/>
                </a:solidFill>
                <a:latin typeface="Palatino Linotype"/>
                <a:cs typeface="Palatino Linotype"/>
              </a:rPr>
              <a:t>hidden</a:t>
            </a:r>
            <a:r>
              <a:rPr sz="2400" spc="233" dirty="0">
                <a:solidFill>
                  <a:srgbClr val="404040"/>
                </a:solidFill>
                <a:latin typeface="Palatino Linotype"/>
                <a:cs typeface="Palatino Linotype"/>
              </a:rPr>
              <a:t> </a:t>
            </a:r>
            <a:r>
              <a:rPr sz="2400" spc="75" dirty="0">
                <a:solidFill>
                  <a:srgbClr val="404040"/>
                </a:solidFill>
                <a:latin typeface="Palatino Linotype"/>
                <a:cs typeface="Palatino Linotype"/>
              </a:rPr>
              <a:t>state</a:t>
            </a:r>
            <a:r>
              <a:rPr sz="2400" spc="225" dirty="0">
                <a:solidFill>
                  <a:srgbClr val="404040"/>
                </a:solidFill>
                <a:latin typeface="Palatino Linotype"/>
                <a:cs typeface="Palatino Linotype"/>
              </a:rPr>
              <a:t> </a:t>
            </a:r>
            <a:r>
              <a:rPr sz="2400" spc="98" dirty="0">
                <a:solidFill>
                  <a:srgbClr val="404040"/>
                </a:solidFill>
                <a:latin typeface="Palatino Linotype"/>
                <a:cs typeface="Palatino Linotype"/>
              </a:rPr>
              <a:t>that</a:t>
            </a:r>
            <a:r>
              <a:rPr sz="2400" spc="233" dirty="0">
                <a:solidFill>
                  <a:srgbClr val="404040"/>
                </a:solidFill>
                <a:latin typeface="Palatino Linotype"/>
                <a:cs typeface="Palatino Linotype"/>
              </a:rPr>
              <a:t> </a:t>
            </a:r>
            <a:r>
              <a:rPr sz="2400" spc="-30" dirty="0">
                <a:solidFill>
                  <a:srgbClr val="404040"/>
                </a:solidFill>
                <a:latin typeface="Palatino Linotype"/>
                <a:cs typeface="Palatino Linotype"/>
              </a:rPr>
              <a:t>encodes</a:t>
            </a:r>
            <a:r>
              <a:rPr sz="2400" spc="225" dirty="0">
                <a:solidFill>
                  <a:srgbClr val="404040"/>
                </a:solidFill>
                <a:latin typeface="Palatino Linotype"/>
                <a:cs typeface="Palatino Linotype"/>
              </a:rPr>
              <a:t> </a:t>
            </a:r>
            <a:r>
              <a:rPr sz="2400" spc="8" dirty="0">
                <a:solidFill>
                  <a:srgbClr val="404040"/>
                </a:solidFill>
                <a:latin typeface="Palatino Linotype"/>
                <a:cs typeface="Palatino Linotype"/>
              </a:rPr>
              <a:t>all</a:t>
            </a:r>
            <a:r>
              <a:rPr sz="2400" spc="225" dirty="0">
                <a:solidFill>
                  <a:srgbClr val="404040"/>
                </a:solidFill>
                <a:latin typeface="Palatino Linotype"/>
                <a:cs typeface="Palatino Linotype"/>
              </a:rPr>
              <a:t> </a:t>
            </a:r>
            <a:r>
              <a:rPr sz="2400" spc="53" dirty="0">
                <a:solidFill>
                  <a:srgbClr val="404040"/>
                </a:solidFill>
                <a:latin typeface="Palatino Linotype"/>
                <a:cs typeface="Palatino Linotype"/>
              </a:rPr>
              <a:t>the</a:t>
            </a:r>
            <a:r>
              <a:rPr sz="2400" spc="-53" dirty="0">
                <a:solidFill>
                  <a:srgbClr val="404040"/>
                </a:solidFill>
                <a:latin typeface="Palatino Linotype"/>
                <a:cs typeface="Palatino Linotype"/>
              </a:rPr>
              <a:t> </a:t>
            </a:r>
            <a:r>
              <a:rPr sz="2400" spc="8" dirty="0">
                <a:solidFill>
                  <a:srgbClr val="404040"/>
                </a:solidFill>
                <a:latin typeface="Palatino Linotype"/>
                <a:cs typeface="Palatino Linotype"/>
              </a:rPr>
              <a:t>information</a:t>
            </a:r>
            <a:r>
              <a:rPr sz="2400" dirty="0">
                <a:solidFill>
                  <a:srgbClr val="404040"/>
                </a:solidFill>
                <a:latin typeface="Palatino Linotype"/>
                <a:cs typeface="Palatino Linotype"/>
              </a:rPr>
              <a:t> in</a:t>
            </a:r>
            <a:r>
              <a:rPr sz="2400" spc="233" dirty="0">
                <a:solidFill>
                  <a:srgbClr val="404040"/>
                </a:solidFill>
                <a:latin typeface="Palatino Linotype"/>
                <a:cs typeface="Palatino Linotype"/>
              </a:rPr>
              <a:t> </a:t>
            </a:r>
            <a:r>
              <a:rPr sz="2400" spc="53" dirty="0">
                <a:solidFill>
                  <a:srgbClr val="404040"/>
                </a:solidFill>
                <a:latin typeface="Palatino Linotype"/>
                <a:cs typeface="Palatino Linotype"/>
              </a:rPr>
              <a:t>the</a:t>
            </a:r>
            <a:r>
              <a:rPr sz="2400" spc="225" dirty="0">
                <a:solidFill>
                  <a:srgbClr val="404040"/>
                </a:solidFill>
                <a:latin typeface="Palatino Linotype"/>
                <a:cs typeface="Palatino Linotype"/>
              </a:rPr>
              <a:t> </a:t>
            </a:r>
            <a:r>
              <a:rPr sz="2400" spc="23" dirty="0">
                <a:solidFill>
                  <a:srgbClr val="404040"/>
                </a:solidFill>
                <a:latin typeface="Palatino Linotype"/>
                <a:cs typeface="Palatino Linotype"/>
              </a:rPr>
              <a:t>sentence</a:t>
            </a:r>
            <a:r>
              <a:rPr sz="2400" spc="225" dirty="0">
                <a:solidFill>
                  <a:srgbClr val="404040"/>
                </a:solidFill>
                <a:latin typeface="Palatino Linotype"/>
                <a:cs typeface="Palatino Linotype"/>
              </a:rPr>
              <a:t> </a:t>
            </a:r>
            <a:r>
              <a:rPr sz="2400" spc="-113" dirty="0">
                <a:solidFill>
                  <a:srgbClr val="404040"/>
                </a:solidFill>
                <a:latin typeface="Palatino Linotype"/>
                <a:cs typeface="Palatino Linotype"/>
              </a:rPr>
              <a:t>we</a:t>
            </a:r>
            <a:r>
              <a:rPr sz="2400" spc="225" dirty="0">
                <a:solidFill>
                  <a:srgbClr val="404040"/>
                </a:solidFill>
                <a:latin typeface="Palatino Linotype"/>
                <a:cs typeface="Palatino Linotype"/>
              </a:rPr>
              <a:t> </a:t>
            </a:r>
            <a:r>
              <a:rPr sz="2400" spc="8" dirty="0">
                <a:solidFill>
                  <a:srgbClr val="404040"/>
                </a:solidFill>
                <a:latin typeface="Palatino Linotype"/>
                <a:cs typeface="Palatino Linotype"/>
              </a:rPr>
              <a:t>want</a:t>
            </a:r>
            <a:r>
              <a:rPr sz="2400" spc="233" dirty="0">
                <a:solidFill>
                  <a:srgbClr val="404040"/>
                </a:solidFill>
                <a:latin typeface="Palatino Linotype"/>
                <a:cs typeface="Palatino Linotype"/>
              </a:rPr>
              <a:t> </a:t>
            </a:r>
            <a:r>
              <a:rPr sz="2400" spc="68" dirty="0">
                <a:solidFill>
                  <a:srgbClr val="404040"/>
                </a:solidFill>
                <a:latin typeface="Palatino Linotype"/>
                <a:cs typeface="Palatino Linotype"/>
              </a:rPr>
              <a:t>to</a:t>
            </a:r>
            <a:r>
              <a:rPr sz="2400" spc="225" dirty="0">
                <a:solidFill>
                  <a:srgbClr val="404040"/>
                </a:solidFill>
                <a:latin typeface="Palatino Linotype"/>
                <a:cs typeface="Palatino Linotype"/>
              </a:rPr>
              <a:t> </a:t>
            </a:r>
            <a:r>
              <a:rPr sz="2400" dirty="0">
                <a:solidFill>
                  <a:srgbClr val="404040"/>
                </a:solidFill>
                <a:latin typeface="Palatino Linotype"/>
                <a:cs typeface="Palatino Linotype"/>
              </a:rPr>
              <a:t>speak.</a:t>
            </a:r>
            <a:endParaRPr sz="2400" dirty="0">
              <a:latin typeface="Palatino Linotype"/>
              <a:cs typeface="Palatino Linotype"/>
            </a:endParaRPr>
          </a:p>
          <a:p>
            <a:pPr marL="1389698" marR="257175" lvl="1" indent="-684848">
              <a:lnSpc>
                <a:spcPts val="2580"/>
              </a:lnSpc>
              <a:spcBef>
                <a:spcPts val="1050"/>
              </a:spcBef>
              <a:buClr>
                <a:srgbClr val="E38312"/>
              </a:buClr>
              <a:buFont typeface="Palatino Linotype"/>
              <a:buAutoNum type="arabicPeriod"/>
              <a:tabLst>
                <a:tab pos="1390650" algn="l"/>
              </a:tabLst>
            </a:pPr>
            <a:r>
              <a:rPr sz="2400" spc="98" dirty="0">
                <a:solidFill>
                  <a:srgbClr val="404040"/>
                </a:solidFill>
                <a:latin typeface="Palatino Linotype"/>
                <a:cs typeface="Palatino Linotype"/>
              </a:rPr>
              <a:t>W</a:t>
            </a:r>
            <a:r>
              <a:rPr sz="2400" spc="-30" dirty="0">
                <a:solidFill>
                  <a:srgbClr val="404040"/>
                </a:solidFill>
                <a:latin typeface="Palatino Linotype"/>
                <a:cs typeface="Palatino Linotype"/>
              </a:rPr>
              <a:t>e</a:t>
            </a:r>
            <a:r>
              <a:rPr sz="2400" spc="225" dirty="0">
                <a:solidFill>
                  <a:srgbClr val="404040"/>
                </a:solidFill>
                <a:latin typeface="Palatino Linotype"/>
                <a:cs typeface="Palatino Linotype"/>
              </a:rPr>
              <a:t> </a:t>
            </a:r>
            <a:r>
              <a:rPr sz="2400" spc="-195" dirty="0">
                <a:solidFill>
                  <a:srgbClr val="404040"/>
                </a:solidFill>
                <a:latin typeface="Palatino Linotype"/>
                <a:cs typeface="Palatino Linotype"/>
              </a:rPr>
              <a:t>w</a:t>
            </a:r>
            <a:r>
              <a:rPr sz="2400" spc="8" dirty="0">
                <a:solidFill>
                  <a:srgbClr val="404040"/>
                </a:solidFill>
                <a:latin typeface="Palatino Linotype"/>
                <a:cs typeface="Palatino Linotype"/>
              </a:rPr>
              <a:t>a</a:t>
            </a:r>
            <a:r>
              <a:rPr sz="2400" spc="-8" dirty="0">
                <a:solidFill>
                  <a:srgbClr val="404040"/>
                </a:solidFill>
                <a:latin typeface="Palatino Linotype"/>
                <a:cs typeface="Palatino Linotype"/>
              </a:rPr>
              <a:t>n</a:t>
            </a:r>
            <a:r>
              <a:rPr sz="2400" spc="195" dirty="0">
                <a:solidFill>
                  <a:srgbClr val="404040"/>
                </a:solidFill>
                <a:latin typeface="Palatino Linotype"/>
                <a:cs typeface="Palatino Linotype"/>
              </a:rPr>
              <a:t>t</a:t>
            </a:r>
            <a:r>
              <a:rPr sz="2400" spc="233" dirty="0">
                <a:solidFill>
                  <a:srgbClr val="404040"/>
                </a:solidFill>
                <a:latin typeface="Palatino Linotype"/>
                <a:cs typeface="Palatino Linotype"/>
              </a:rPr>
              <a:t> </a:t>
            </a:r>
            <a:r>
              <a:rPr sz="2400" spc="188" dirty="0">
                <a:solidFill>
                  <a:srgbClr val="404040"/>
                </a:solidFill>
                <a:latin typeface="Palatino Linotype"/>
                <a:cs typeface="Palatino Linotype"/>
              </a:rPr>
              <a:t>t</a:t>
            </a:r>
            <a:r>
              <a:rPr sz="2400" spc="-53" dirty="0">
                <a:solidFill>
                  <a:srgbClr val="404040"/>
                </a:solidFill>
                <a:latin typeface="Palatino Linotype"/>
                <a:cs typeface="Palatino Linotype"/>
              </a:rPr>
              <a:t>o</a:t>
            </a:r>
            <a:r>
              <a:rPr sz="2400" spc="225" dirty="0">
                <a:solidFill>
                  <a:srgbClr val="404040"/>
                </a:solidFill>
                <a:latin typeface="Palatino Linotype"/>
                <a:cs typeface="Palatino Linotype"/>
              </a:rPr>
              <a:t> </a:t>
            </a:r>
            <a:r>
              <a:rPr sz="2400" spc="-83" dirty="0">
                <a:solidFill>
                  <a:srgbClr val="404040"/>
                </a:solidFill>
                <a:latin typeface="Palatino Linotype"/>
                <a:cs typeface="Palatino Linotype"/>
              </a:rPr>
              <a:t>g</a:t>
            </a:r>
            <a:r>
              <a:rPr sz="2400" spc="-45" dirty="0">
                <a:solidFill>
                  <a:srgbClr val="404040"/>
                </a:solidFill>
                <a:latin typeface="Palatino Linotype"/>
                <a:cs typeface="Palatino Linotype"/>
              </a:rPr>
              <a:t>e</a:t>
            </a:r>
            <a:r>
              <a:rPr sz="2400" spc="-8" dirty="0">
                <a:solidFill>
                  <a:srgbClr val="404040"/>
                </a:solidFill>
                <a:latin typeface="Palatino Linotype"/>
                <a:cs typeface="Palatino Linotype"/>
              </a:rPr>
              <a:t>n</a:t>
            </a:r>
            <a:r>
              <a:rPr sz="2400" spc="-45" dirty="0">
                <a:solidFill>
                  <a:srgbClr val="404040"/>
                </a:solidFill>
                <a:latin typeface="Palatino Linotype"/>
                <a:cs typeface="Palatino Linotype"/>
              </a:rPr>
              <a:t>e</a:t>
            </a:r>
            <a:r>
              <a:rPr sz="2400" spc="15" dirty="0">
                <a:solidFill>
                  <a:srgbClr val="404040"/>
                </a:solidFill>
                <a:latin typeface="Palatino Linotype"/>
                <a:cs typeface="Palatino Linotype"/>
              </a:rPr>
              <a:t>r</a:t>
            </a:r>
            <a:r>
              <a:rPr sz="2400" spc="8" dirty="0">
                <a:solidFill>
                  <a:srgbClr val="404040"/>
                </a:solidFill>
                <a:latin typeface="Palatino Linotype"/>
                <a:cs typeface="Palatino Linotype"/>
              </a:rPr>
              <a:t>a</a:t>
            </a:r>
            <a:r>
              <a:rPr sz="2400" spc="188" dirty="0">
                <a:solidFill>
                  <a:srgbClr val="404040"/>
                </a:solidFill>
                <a:latin typeface="Palatino Linotype"/>
                <a:cs typeface="Palatino Linotype"/>
              </a:rPr>
              <a:t>t</a:t>
            </a:r>
            <a:r>
              <a:rPr sz="2400" spc="-30" dirty="0">
                <a:solidFill>
                  <a:srgbClr val="404040"/>
                </a:solidFill>
                <a:latin typeface="Palatino Linotype"/>
                <a:cs typeface="Palatino Linotype"/>
              </a:rPr>
              <a:t>e</a:t>
            </a:r>
            <a:r>
              <a:rPr sz="2400" spc="225" dirty="0">
                <a:solidFill>
                  <a:srgbClr val="404040"/>
                </a:solidFill>
                <a:latin typeface="Palatino Linotype"/>
                <a:cs typeface="Palatino Linotype"/>
              </a:rPr>
              <a:t> </a:t>
            </a:r>
            <a:r>
              <a:rPr sz="2400" spc="23" dirty="0">
                <a:solidFill>
                  <a:srgbClr val="404040"/>
                </a:solidFill>
                <a:latin typeface="Palatino Linotype"/>
                <a:cs typeface="Palatino Linotype"/>
              </a:rPr>
              <a:t>a</a:t>
            </a:r>
            <a:r>
              <a:rPr sz="2400" spc="225" dirty="0">
                <a:solidFill>
                  <a:srgbClr val="404040"/>
                </a:solidFill>
                <a:latin typeface="Palatino Linotype"/>
                <a:cs typeface="Palatino Linotype"/>
              </a:rPr>
              <a:t> </a:t>
            </a:r>
            <a:r>
              <a:rPr sz="2400" spc="-15" dirty="0">
                <a:solidFill>
                  <a:srgbClr val="404040"/>
                </a:solidFill>
                <a:latin typeface="Palatino Linotype"/>
                <a:cs typeface="Palatino Linotype"/>
              </a:rPr>
              <a:t>li</a:t>
            </a:r>
            <a:r>
              <a:rPr sz="2400" spc="-38" dirty="0">
                <a:solidFill>
                  <a:srgbClr val="404040"/>
                </a:solidFill>
                <a:latin typeface="Palatino Linotype"/>
                <a:cs typeface="Palatino Linotype"/>
              </a:rPr>
              <a:t>s</a:t>
            </a:r>
            <a:r>
              <a:rPr sz="2400" spc="195" dirty="0">
                <a:solidFill>
                  <a:srgbClr val="404040"/>
                </a:solidFill>
                <a:latin typeface="Palatino Linotype"/>
                <a:cs typeface="Palatino Linotype"/>
              </a:rPr>
              <a:t>t</a:t>
            </a:r>
            <a:r>
              <a:rPr sz="2400" spc="233" dirty="0">
                <a:solidFill>
                  <a:srgbClr val="404040"/>
                </a:solidFill>
                <a:latin typeface="Palatino Linotype"/>
                <a:cs typeface="Palatino Linotype"/>
              </a:rPr>
              <a:t> </a:t>
            </a:r>
            <a:r>
              <a:rPr sz="2400" spc="-68" dirty="0">
                <a:solidFill>
                  <a:srgbClr val="404040"/>
                </a:solidFill>
                <a:latin typeface="Palatino Linotype"/>
                <a:cs typeface="Palatino Linotype"/>
              </a:rPr>
              <a:t>o</a:t>
            </a:r>
            <a:r>
              <a:rPr sz="2400" spc="-38" dirty="0">
                <a:solidFill>
                  <a:srgbClr val="404040"/>
                </a:solidFill>
                <a:latin typeface="Palatino Linotype"/>
                <a:cs typeface="Palatino Linotype"/>
              </a:rPr>
              <a:t>f</a:t>
            </a:r>
            <a:r>
              <a:rPr sz="2400" spc="233" dirty="0">
                <a:solidFill>
                  <a:srgbClr val="404040"/>
                </a:solidFill>
                <a:latin typeface="Palatino Linotype"/>
                <a:cs typeface="Palatino Linotype"/>
              </a:rPr>
              <a:t> </a:t>
            </a:r>
            <a:r>
              <a:rPr sz="2400" spc="-195" dirty="0">
                <a:solidFill>
                  <a:srgbClr val="404040"/>
                </a:solidFill>
                <a:latin typeface="Palatino Linotype"/>
                <a:cs typeface="Palatino Linotype"/>
              </a:rPr>
              <a:t>w</a:t>
            </a:r>
            <a:r>
              <a:rPr sz="2400" spc="-68" dirty="0">
                <a:solidFill>
                  <a:srgbClr val="404040"/>
                </a:solidFill>
                <a:latin typeface="Palatino Linotype"/>
                <a:cs typeface="Palatino Linotype"/>
              </a:rPr>
              <a:t>o</a:t>
            </a:r>
            <a:r>
              <a:rPr sz="2400" spc="15" dirty="0">
                <a:solidFill>
                  <a:srgbClr val="404040"/>
                </a:solidFill>
                <a:latin typeface="Palatino Linotype"/>
                <a:cs typeface="Palatino Linotype"/>
              </a:rPr>
              <a:t>r</a:t>
            </a:r>
            <a:r>
              <a:rPr sz="2400" spc="-68" dirty="0">
                <a:solidFill>
                  <a:srgbClr val="404040"/>
                </a:solidFill>
                <a:latin typeface="Palatino Linotype"/>
                <a:cs typeface="Palatino Linotype"/>
              </a:rPr>
              <a:t>d</a:t>
            </a:r>
            <a:r>
              <a:rPr sz="2400" spc="-23" dirty="0">
                <a:solidFill>
                  <a:srgbClr val="404040"/>
                </a:solidFill>
                <a:latin typeface="Palatino Linotype"/>
                <a:cs typeface="Palatino Linotype"/>
              </a:rPr>
              <a:t>s</a:t>
            </a:r>
            <a:r>
              <a:rPr sz="2400" spc="225" dirty="0">
                <a:solidFill>
                  <a:srgbClr val="404040"/>
                </a:solidFill>
                <a:latin typeface="Palatino Linotype"/>
                <a:cs typeface="Palatino Linotype"/>
              </a:rPr>
              <a:t> </a:t>
            </a:r>
            <a:r>
              <a:rPr sz="2400" spc="171" dirty="0">
                <a:solidFill>
                  <a:srgbClr val="404040"/>
                </a:solidFill>
                <a:latin typeface="Palatino Linotype"/>
                <a:cs typeface="Palatino Linotype"/>
              </a:rPr>
              <a:t>(</a:t>
            </a:r>
            <a:r>
              <a:rPr sz="2400" spc="-38" dirty="0">
                <a:solidFill>
                  <a:srgbClr val="404040"/>
                </a:solidFill>
                <a:latin typeface="Palatino Linotype"/>
                <a:cs typeface="Palatino Linotype"/>
              </a:rPr>
              <a:t>s</a:t>
            </a:r>
            <a:r>
              <a:rPr sz="2400" spc="-45" dirty="0">
                <a:solidFill>
                  <a:srgbClr val="404040"/>
                </a:solidFill>
                <a:latin typeface="Palatino Linotype"/>
                <a:cs typeface="Palatino Linotype"/>
              </a:rPr>
              <a:t>e</a:t>
            </a:r>
            <a:r>
              <a:rPr sz="2400" spc="-8" dirty="0">
                <a:solidFill>
                  <a:srgbClr val="404040"/>
                </a:solidFill>
                <a:latin typeface="Palatino Linotype"/>
                <a:cs typeface="Palatino Linotype"/>
              </a:rPr>
              <a:t>n</a:t>
            </a:r>
            <a:r>
              <a:rPr sz="2400" spc="188" dirty="0">
                <a:solidFill>
                  <a:srgbClr val="404040"/>
                </a:solidFill>
                <a:latin typeface="Palatino Linotype"/>
                <a:cs typeface="Palatino Linotype"/>
              </a:rPr>
              <a:t>t</a:t>
            </a:r>
            <a:r>
              <a:rPr sz="2400" spc="-45" dirty="0">
                <a:solidFill>
                  <a:srgbClr val="404040"/>
                </a:solidFill>
                <a:latin typeface="Palatino Linotype"/>
                <a:cs typeface="Palatino Linotype"/>
              </a:rPr>
              <a:t>e</a:t>
            </a:r>
            <a:r>
              <a:rPr sz="2400" spc="-8" dirty="0">
                <a:solidFill>
                  <a:srgbClr val="404040"/>
                </a:solidFill>
                <a:latin typeface="Palatino Linotype"/>
                <a:cs typeface="Palatino Linotype"/>
              </a:rPr>
              <a:t>n</a:t>
            </a:r>
            <a:r>
              <a:rPr sz="2400" spc="38" dirty="0">
                <a:solidFill>
                  <a:srgbClr val="404040"/>
                </a:solidFill>
                <a:latin typeface="Palatino Linotype"/>
                <a:cs typeface="Palatino Linotype"/>
              </a:rPr>
              <a:t>c</a:t>
            </a:r>
            <a:r>
              <a:rPr sz="2400" spc="-45" dirty="0">
                <a:solidFill>
                  <a:srgbClr val="404040"/>
                </a:solidFill>
                <a:latin typeface="Palatino Linotype"/>
                <a:cs typeface="Palatino Linotype"/>
              </a:rPr>
              <a:t>e</a:t>
            </a:r>
            <a:r>
              <a:rPr sz="2400" spc="180" dirty="0">
                <a:solidFill>
                  <a:srgbClr val="404040"/>
                </a:solidFill>
                <a:latin typeface="Palatino Linotype"/>
                <a:cs typeface="Palatino Linotype"/>
              </a:rPr>
              <a:t>)</a:t>
            </a:r>
            <a:r>
              <a:rPr sz="2400" spc="233" dirty="0">
                <a:solidFill>
                  <a:srgbClr val="404040"/>
                </a:solidFill>
                <a:latin typeface="Palatino Linotype"/>
                <a:cs typeface="Palatino Linotype"/>
              </a:rPr>
              <a:t> </a:t>
            </a:r>
            <a:r>
              <a:rPr sz="2400" spc="-15" dirty="0">
                <a:solidFill>
                  <a:srgbClr val="404040"/>
                </a:solidFill>
                <a:latin typeface="Palatino Linotype"/>
                <a:cs typeface="Palatino Linotype"/>
              </a:rPr>
              <a:t>i</a:t>
            </a:r>
            <a:r>
              <a:rPr sz="2400" dirty="0">
                <a:solidFill>
                  <a:srgbClr val="404040"/>
                </a:solidFill>
                <a:latin typeface="Palatino Linotype"/>
                <a:cs typeface="Palatino Linotype"/>
              </a:rPr>
              <a:t>n</a:t>
            </a:r>
            <a:r>
              <a:rPr sz="2400" spc="233" dirty="0">
                <a:solidFill>
                  <a:srgbClr val="404040"/>
                </a:solidFill>
                <a:latin typeface="Palatino Linotype"/>
                <a:cs typeface="Palatino Linotype"/>
              </a:rPr>
              <a:t> </a:t>
            </a:r>
            <a:r>
              <a:rPr sz="2400" spc="8" dirty="0">
                <a:solidFill>
                  <a:srgbClr val="404040"/>
                </a:solidFill>
                <a:latin typeface="Palatino Linotype"/>
                <a:cs typeface="Palatino Linotype"/>
              </a:rPr>
              <a:t>a</a:t>
            </a:r>
            <a:r>
              <a:rPr sz="2400" dirty="0">
                <a:solidFill>
                  <a:srgbClr val="404040"/>
                </a:solidFill>
                <a:latin typeface="Palatino Linotype"/>
                <a:cs typeface="Palatino Linotype"/>
              </a:rPr>
              <a:t>n</a:t>
            </a:r>
            <a:r>
              <a:rPr sz="2400" spc="233" dirty="0">
                <a:solidFill>
                  <a:srgbClr val="404040"/>
                </a:solidFill>
                <a:latin typeface="Palatino Linotype"/>
                <a:cs typeface="Palatino Linotype"/>
              </a:rPr>
              <a:t> </a:t>
            </a:r>
            <a:r>
              <a:rPr sz="2400" spc="-68" dirty="0">
                <a:solidFill>
                  <a:srgbClr val="404040"/>
                </a:solidFill>
                <a:latin typeface="Palatino Linotype"/>
                <a:cs typeface="Palatino Linotype"/>
              </a:rPr>
              <a:t>o</a:t>
            </a:r>
            <a:r>
              <a:rPr sz="2400" spc="-8" dirty="0">
                <a:solidFill>
                  <a:srgbClr val="404040"/>
                </a:solidFill>
                <a:latin typeface="Palatino Linotype"/>
                <a:cs typeface="Palatino Linotype"/>
              </a:rPr>
              <a:t>n</a:t>
            </a:r>
            <a:r>
              <a:rPr sz="2400" spc="-45" dirty="0">
                <a:solidFill>
                  <a:srgbClr val="404040"/>
                </a:solidFill>
                <a:latin typeface="Palatino Linotype"/>
                <a:cs typeface="Palatino Linotype"/>
              </a:rPr>
              <a:t>e</a:t>
            </a:r>
            <a:r>
              <a:rPr sz="2400" spc="30" dirty="0">
                <a:solidFill>
                  <a:srgbClr val="404040"/>
                </a:solidFill>
                <a:latin typeface="Palatino Linotype"/>
                <a:cs typeface="Palatino Linotype"/>
              </a:rPr>
              <a:t>-</a:t>
            </a:r>
            <a:r>
              <a:rPr sz="2400" spc="68" dirty="0">
                <a:solidFill>
                  <a:srgbClr val="404040"/>
                </a:solidFill>
                <a:latin typeface="Palatino Linotype"/>
                <a:cs typeface="Palatino Linotype"/>
              </a:rPr>
              <a:t>b</a:t>
            </a:r>
            <a:r>
              <a:rPr sz="2400" spc="-15" dirty="0">
                <a:solidFill>
                  <a:srgbClr val="404040"/>
                </a:solidFill>
                <a:latin typeface="Palatino Linotype"/>
                <a:cs typeface="Palatino Linotype"/>
              </a:rPr>
              <a:t>y</a:t>
            </a:r>
            <a:r>
              <a:rPr sz="2400" spc="30" dirty="0">
                <a:solidFill>
                  <a:srgbClr val="404040"/>
                </a:solidFill>
                <a:latin typeface="Palatino Linotype"/>
                <a:cs typeface="Palatino Linotype"/>
              </a:rPr>
              <a:t>-</a:t>
            </a:r>
            <a:r>
              <a:rPr sz="2400" spc="-68" dirty="0">
                <a:solidFill>
                  <a:srgbClr val="404040"/>
                </a:solidFill>
                <a:latin typeface="Palatino Linotype"/>
                <a:cs typeface="Palatino Linotype"/>
              </a:rPr>
              <a:t>o</a:t>
            </a:r>
            <a:r>
              <a:rPr sz="2400" spc="-8" dirty="0">
                <a:solidFill>
                  <a:srgbClr val="404040"/>
                </a:solidFill>
                <a:latin typeface="Palatino Linotype"/>
                <a:cs typeface="Palatino Linotype"/>
              </a:rPr>
              <a:t>n</a:t>
            </a:r>
            <a:r>
              <a:rPr sz="2400" spc="-30" dirty="0">
                <a:solidFill>
                  <a:srgbClr val="404040"/>
                </a:solidFill>
                <a:latin typeface="Palatino Linotype"/>
                <a:cs typeface="Palatino Linotype"/>
              </a:rPr>
              <a:t>e</a:t>
            </a:r>
            <a:r>
              <a:rPr sz="2400" spc="-15" dirty="0">
                <a:solidFill>
                  <a:srgbClr val="404040"/>
                </a:solidFill>
                <a:latin typeface="Palatino Linotype"/>
                <a:cs typeface="Palatino Linotype"/>
              </a:rPr>
              <a:t> </a:t>
            </a:r>
            <a:r>
              <a:rPr sz="2400" spc="-45" dirty="0">
                <a:solidFill>
                  <a:srgbClr val="404040"/>
                </a:solidFill>
                <a:latin typeface="Palatino Linotype"/>
                <a:cs typeface="Palatino Linotype"/>
              </a:rPr>
              <a:t>f</a:t>
            </a:r>
            <a:r>
              <a:rPr sz="2400" spc="8" dirty="0">
                <a:solidFill>
                  <a:srgbClr val="404040"/>
                </a:solidFill>
                <a:latin typeface="Palatino Linotype"/>
                <a:cs typeface="Palatino Linotype"/>
              </a:rPr>
              <a:t>a</a:t>
            </a:r>
            <a:r>
              <a:rPr sz="2400" spc="-38" dirty="0">
                <a:solidFill>
                  <a:srgbClr val="404040"/>
                </a:solidFill>
                <a:latin typeface="Palatino Linotype"/>
                <a:cs typeface="Palatino Linotype"/>
              </a:rPr>
              <a:t>s</a:t>
            </a:r>
            <a:r>
              <a:rPr sz="2400" spc="-8" dirty="0">
                <a:solidFill>
                  <a:srgbClr val="404040"/>
                </a:solidFill>
                <a:latin typeface="Palatino Linotype"/>
                <a:cs typeface="Palatino Linotype"/>
              </a:rPr>
              <a:t>h</a:t>
            </a:r>
            <a:r>
              <a:rPr sz="2400" spc="-15" dirty="0">
                <a:solidFill>
                  <a:srgbClr val="404040"/>
                </a:solidFill>
                <a:latin typeface="Palatino Linotype"/>
                <a:cs typeface="Palatino Linotype"/>
              </a:rPr>
              <a:t>i</a:t>
            </a:r>
            <a:r>
              <a:rPr sz="2400" spc="-68" dirty="0">
                <a:solidFill>
                  <a:srgbClr val="404040"/>
                </a:solidFill>
                <a:latin typeface="Palatino Linotype"/>
                <a:cs typeface="Palatino Linotype"/>
              </a:rPr>
              <a:t>o</a:t>
            </a:r>
            <a:r>
              <a:rPr sz="2400" spc="-8" dirty="0">
                <a:solidFill>
                  <a:srgbClr val="404040"/>
                </a:solidFill>
                <a:latin typeface="Palatino Linotype"/>
                <a:cs typeface="Palatino Linotype"/>
              </a:rPr>
              <a:t>n</a:t>
            </a:r>
            <a:r>
              <a:rPr sz="2400" spc="98" dirty="0">
                <a:solidFill>
                  <a:srgbClr val="404040"/>
                </a:solidFill>
                <a:latin typeface="Palatino Linotype"/>
                <a:cs typeface="Palatino Linotype"/>
              </a:rPr>
              <a:t>.</a:t>
            </a:r>
            <a:endParaRPr sz="2400" dirty="0">
              <a:latin typeface="Palatino Linotype"/>
              <a:cs typeface="Palatino Linotype"/>
            </a:endParaRPr>
          </a:p>
        </p:txBody>
      </p:sp>
      <p:sp>
        <p:nvSpPr>
          <p:cNvPr id="27" name="object 4"/>
          <p:cNvSpPr txBox="1"/>
          <p:nvPr/>
        </p:nvSpPr>
        <p:spPr>
          <a:xfrm>
            <a:off x="4038642" y="6673587"/>
            <a:ext cx="240983" cy="643766"/>
          </a:xfrm>
          <a:prstGeom prst="rect">
            <a:avLst/>
          </a:prstGeom>
        </p:spPr>
        <p:txBody>
          <a:bodyPr vert="horz" wrap="square" lIns="0" tIns="0" rIns="0" bIns="0" rtlCol="0">
            <a:spAutoFit/>
          </a:bodyPr>
          <a:lstStyle/>
          <a:p>
            <a:pPr marL="19050"/>
            <a:r>
              <a:rPr spc="45" dirty="0">
                <a:solidFill>
                  <a:srgbClr val="E38312"/>
                </a:solidFill>
                <a:latin typeface="Palatino Linotype"/>
                <a:cs typeface="Palatino Linotype"/>
              </a:rPr>
              <a:t>1</a:t>
            </a:r>
            <a:r>
              <a:rPr spc="75" dirty="0">
                <a:solidFill>
                  <a:srgbClr val="E38312"/>
                </a:solidFill>
                <a:latin typeface="Palatino Linotype"/>
                <a:cs typeface="Palatino Linotype"/>
              </a:rPr>
              <a:t>.</a:t>
            </a:r>
            <a:endParaRPr>
              <a:latin typeface="Palatino Linotype"/>
              <a:cs typeface="Palatino Linotype"/>
            </a:endParaRPr>
          </a:p>
          <a:p>
            <a:pPr marL="19050">
              <a:spcBef>
                <a:spcPts val="659"/>
              </a:spcBef>
            </a:pPr>
            <a:r>
              <a:rPr spc="45" dirty="0">
                <a:solidFill>
                  <a:srgbClr val="E38312"/>
                </a:solidFill>
                <a:latin typeface="Palatino Linotype"/>
                <a:cs typeface="Palatino Linotype"/>
              </a:rPr>
              <a:t>2</a:t>
            </a:r>
            <a:r>
              <a:rPr spc="75" dirty="0">
                <a:solidFill>
                  <a:srgbClr val="E38312"/>
                </a:solidFill>
                <a:latin typeface="Palatino Linotype"/>
                <a:cs typeface="Palatino Linotype"/>
              </a:rPr>
              <a:t>.</a:t>
            </a:r>
            <a:endParaRPr>
              <a:latin typeface="Palatino Linotype"/>
              <a:cs typeface="Palatino Linotype"/>
            </a:endParaRPr>
          </a:p>
        </p:txBody>
      </p:sp>
      <p:sp>
        <p:nvSpPr>
          <p:cNvPr id="28" name="object 5"/>
          <p:cNvSpPr txBox="1"/>
          <p:nvPr/>
        </p:nvSpPr>
        <p:spPr>
          <a:xfrm>
            <a:off x="4724400" y="6673586"/>
            <a:ext cx="9251633" cy="961802"/>
          </a:xfrm>
          <a:prstGeom prst="rect">
            <a:avLst/>
          </a:prstGeom>
        </p:spPr>
        <p:txBody>
          <a:bodyPr vert="horz" wrap="square" lIns="0" tIns="0" rIns="0" bIns="0" rtlCol="0">
            <a:spAutoFit/>
          </a:bodyPr>
          <a:lstStyle/>
          <a:p>
            <a:pPr marL="19050"/>
            <a:r>
              <a:rPr spc="-53" dirty="0">
                <a:solidFill>
                  <a:srgbClr val="404040"/>
                </a:solidFill>
                <a:latin typeface="Palatino Linotype"/>
                <a:cs typeface="Palatino Linotype"/>
              </a:rPr>
              <a:t>A</a:t>
            </a:r>
            <a:r>
              <a:rPr spc="150" dirty="0">
                <a:solidFill>
                  <a:srgbClr val="404040"/>
                </a:solidFill>
                <a:latin typeface="Palatino Linotype"/>
                <a:cs typeface="Palatino Linotype"/>
              </a:rPr>
              <a:t>t</a:t>
            </a:r>
            <a:r>
              <a:rPr spc="195" dirty="0">
                <a:solidFill>
                  <a:srgbClr val="404040"/>
                </a:solidFill>
                <a:latin typeface="Palatino Linotype"/>
                <a:cs typeface="Palatino Linotype"/>
              </a:rPr>
              <a:t> </a:t>
            </a:r>
            <a:r>
              <a:rPr spc="-15" dirty="0">
                <a:solidFill>
                  <a:srgbClr val="404040"/>
                </a:solidFill>
                <a:latin typeface="Palatino Linotype"/>
                <a:cs typeface="Palatino Linotype"/>
              </a:rPr>
              <a:t>ea</a:t>
            </a:r>
            <a:r>
              <a:rPr spc="8" dirty="0">
                <a:solidFill>
                  <a:srgbClr val="404040"/>
                </a:solidFill>
                <a:latin typeface="Palatino Linotype"/>
                <a:cs typeface="Palatino Linotype"/>
              </a:rPr>
              <a:t>ch</a:t>
            </a:r>
            <a:r>
              <a:rPr spc="203" dirty="0">
                <a:solidFill>
                  <a:srgbClr val="404040"/>
                </a:solidFill>
                <a:latin typeface="Palatino Linotype"/>
                <a:cs typeface="Palatino Linotype"/>
              </a:rPr>
              <a:t> </a:t>
            </a:r>
            <a:r>
              <a:rPr spc="150" dirty="0">
                <a:solidFill>
                  <a:srgbClr val="404040"/>
                </a:solidFill>
                <a:latin typeface="Palatino Linotype"/>
                <a:cs typeface="Palatino Linotype"/>
              </a:rPr>
              <a:t>t</a:t>
            </a:r>
            <a:r>
              <a:rPr spc="-8" dirty="0">
                <a:solidFill>
                  <a:srgbClr val="404040"/>
                </a:solidFill>
                <a:latin typeface="Palatino Linotype"/>
                <a:cs typeface="Palatino Linotype"/>
              </a:rPr>
              <a:t>i</a:t>
            </a:r>
            <a:r>
              <a:rPr spc="-30" dirty="0">
                <a:solidFill>
                  <a:srgbClr val="404040"/>
                </a:solidFill>
                <a:latin typeface="Palatino Linotype"/>
                <a:cs typeface="Palatino Linotype"/>
              </a:rPr>
              <a:t>me</a:t>
            </a:r>
            <a:r>
              <a:rPr spc="195" dirty="0">
                <a:solidFill>
                  <a:srgbClr val="404040"/>
                </a:solidFill>
                <a:latin typeface="Palatino Linotype"/>
                <a:cs typeface="Palatino Linotype"/>
              </a:rPr>
              <a:t> </a:t>
            </a:r>
            <a:r>
              <a:rPr spc="-30" dirty="0">
                <a:solidFill>
                  <a:srgbClr val="404040"/>
                </a:solidFill>
                <a:latin typeface="Palatino Linotype"/>
                <a:cs typeface="Palatino Linotype"/>
              </a:rPr>
              <a:t>s</a:t>
            </a:r>
            <a:r>
              <a:rPr spc="150" dirty="0">
                <a:solidFill>
                  <a:srgbClr val="404040"/>
                </a:solidFill>
                <a:latin typeface="Palatino Linotype"/>
                <a:cs typeface="Palatino Linotype"/>
              </a:rPr>
              <a:t>t</a:t>
            </a:r>
            <a:r>
              <a:rPr spc="-38" dirty="0">
                <a:solidFill>
                  <a:srgbClr val="404040"/>
                </a:solidFill>
                <a:latin typeface="Palatino Linotype"/>
                <a:cs typeface="Palatino Linotype"/>
              </a:rPr>
              <a:t>e</a:t>
            </a:r>
            <a:r>
              <a:rPr spc="-45" dirty="0">
                <a:solidFill>
                  <a:srgbClr val="404040"/>
                </a:solidFill>
                <a:latin typeface="Palatino Linotype"/>
                <a:cs typeface="Palatino Linotype"/>
              </a:rPr>
              <a:t>p</a:t>
            </a:r>
            <a:r>
              <a:rPr spc="75" dirty="0">
                <a:solidFill>
                  <a:srgbClr val="404040"/>
                </a:solidFill>
                <a:latin typeface="Palatino Linotype"/>
                <a:cs typeface="Palatino Linotype"/>
              </a:rPr>
              <a:t>,</a:t>
            </a:r>
            <a:r>
              <a:rPr spc="195" dirty="0">
                <a:solidFill>
                  <a:srgbClr val="404040"/>
                </a:solidFill>
                <a:latin typeface="Palatino Linotype"/>
                <a:cs typeface="Palatino Linotype"/>
              </a:rPr>
              <a:t> </a:t>
            </a:r>
            <a:r>
              <a:rPr spc="-165" dirty="0">
                <a:solidFill>
                  <a:srgbClr val="404040"/>
                </a:solidFill>
                <a:latin typeface="Palatino Linotype"/>
                <a:cs typeface="Palatino Linotype"/>
              </a:rPr>
              <a:t>w</a:t>
            </a:r>
            <a:r>
              <a:rPr spc="-30" dirty="0">
                <a:solidFill>
                  <a:srgbClr val="404040"/>
                </a:solidFill>
                <a:latin typeface="Palatino Linotype"/>
                <a:cs typeface="Palatino Linotype"/>
              </a:rPr>
              <a:t>e</a:t>
            </a:r>
            <a:r>
              <a:rPr spc="195" dirty="0">
                <a:solidFill>
                  <a:srgbClr val="404040"/>
                </a:solidFill>
                <a:latin typeface="Palatino Linotype"/>
                <a:cs typeface="Palatino Linotype"/>
              </a:rPr>
              <a:t> </a:t>
            </a:r>
            <a:r>
              <a:rPr spc="23" dirty="0">
                <a:solidFill>
                  <a:srgbClr val="404040"/>
                </a:solidFill>
                <a:latin typeface="Palatino Linotype"/>
                <a:cs typeface="Palatino Linotype"/>
              </a:rPr>
              <a:t>ca</a:t>
            </a:r>
            <a:r>
              <a:rPr spc="-15" dirty="0">
                <a:solidFill>
                  <a:srgbClr val="404040"/>
                </a:solidFill>
                <a:latin typeface="Palatino Linotype"/>
                <a:cs typeface="Palatino Linotype"/>
              </a:rPr>
              <a:t>n</a:t>
            </a:r>
            <a:r>
              <a:rPr spc="203" dirty="0">
                <a:solidFill>
                  <a:srgbClr val="404040"/>
                </a:solidFill>
                <a:latin typeface="Palatino Linotype"/>
                <a:cs typeface="Palatino Linotype"/>
              </a:rPr>
              <a:t> </a:t>
            </a:r>
            <a:r>
              <a:rPr spc="-53" dirty="0">
                <a:solidFill>
                  <a:srgbClr val="404040"/>
                </a:solidFill>
                <a:latin typeface="Palatino Linotype"/>
                <a:cs typeface="Palatino Linotype"/>
              </a:rPr>
              <a:t>o</a:t>
            </a:r>
            <a:r>
              <a:rPr spc="-8" dirty="0">
                <a:solidFill>
                  <a:srgbClr val="404040"/>
                </a:solidFill>
                <a:latin typeface="Palatino Linotype"/>
                <a:cs typeface="Palatino Linotype"/>
              </a:rPr>
              <a:t>n</a:t>
            </a:r>
            <a:r>
              <a:rPr spc="-15" dirty="0">
                <a:solidFill>
                  <a:srgbClr val="404040"/>
                </a:solidFill>
                <a:latin typeface="Palatino Linotype"/>
                <a:cs typeface="Palatino Linotype"/>
              </a:rPr>
              <a:t>ly</a:t>
            </a:r>
            <a:r>
              <a:rPr spc="195" dirty="0">
                <a:solidFill>
                  <a:srgbClr val="404040"/>
                </a:solidFill>
                <a:latin typeface="Palatino Linotype"/>
                <a:cs typeface="Palatino Linotype"/>
              </a:rPr>
              <a:t> </a:t>
            </a:r>
            <a:r>
              <a:rPr spc="8" dirty="0">
                <a:solidFill>
                  <a:srgbClr val="404040"/>
                </a:solidFill>
                <a:latin typeface="Palatino Linotype"/>
                <a:cs typeface="Palatino Linotype"/>
              </a:rPr>
              <a:t>c</a:t>
            </a:r>
            <a:r>
              <a:rPr spc="15" dirty="0">
                <a:solidFill>
                  <a:srgbClr val="404040"/>
                </a:solidFill>
                <a:latin typeface="Palatino Linotype"/>
                <a:cs typeface="Palatino Linotype"/>
              </a:rPr>
              <a:t>h</a:t>
            </a:r>
            <a:r>
              <a:rPr spc="-53" dirty="0">
                <a:solidFill>
                  <a:srgbClr val="404040"/>
                </a:solidFill>
                <a:latin typeface="Palatino Linotype"/>
                <a:cs typeface="Palatino Linotype"/>
              </a:rPr>
              <a:t>oo</a:t>
            </a:r>
            <a:r>
              <a:rPr spc="-30" dirty="0">
                <a:solidFill>
                  <a:srgbClr val="404040"/>
                </a:solidFill>
                <a:latin typeface="Palatino Linotype"/>
                <a:cs typeface="Palatino Linotype"/>
              </a:rPr>
              <a:t>se</a:t>
            </a:r>
            <a:r>
              <a:rPr spc="195" dirty="0">
                <a:solidFill>
                  <a:srgbClr val="404040"/>
                </a:solidFill>
                <a:latin typeface="Palatino Linotype"/>
                <a:cs typeface="Palatino Linotype"/>
              </a:rPr>
              <a:t> </a:t>
            </a:r>
            <a:r>
              <a:rPr spc="8" dirty="0">
                <a:solidFill>
                  <a:srgbClr val="404040"/>
                </a:solidFill>
                <a:latin typeface="Palatino Linotype"/>
                <a:cs typeface="Palatino Linotype"/>
              </a:rPr>
              <a:t>a</a:t>
            </a:r>
            <a:r>
              <a:rPr spc="195" dirty="0">
                <a:solidFill>
                  <a:srgbClr val="404040"/>
                </a:solidFill>
                <a:latin typeface="Palatino Linotype"/>
                <a:cs typeface="Palatino Linotype"/>
              </a:rPr>
              <a:t> </a:t>
            </a:r>
            <a:r>
              <a:rPr spc="-30" dirty="0">
                <a:solidFill>
                  <a:srgbClr val="404040"/>
                </a:solidFill>
                <a:latin typeface="Palatino Linotype"/>
                <a:cs typeface="Palatino Linotype"/>
              </a:rPr>
              <a:t>s</a:t>
            </a:r>
            <a:r>
              <a:rPr spc="-8" dirty="0">
                <a:solidFill>
                  <a:srgbClr val="404040"/>
                </a:solidFill>
                <a:latin typeface="Palatino Linotype"/>
                <a:cs typeface="Palatino Linotype"/>
              </a:rPr>
              <a:t>in</a:t>
            </a:r>
            <a:r>
              <a:rPr spc="-60" dirty="0">
                <a:solidFill>
                  <a:srgbClr val="404040"/>
                </a:solidFill>
                <a:latin typeface="Palatino Linotype"/>
                <a:cs typeface="Palatino Linotype"/>
              </a:rPr>
              <a:t>g</a:t>
            </a:r>
            <a:r>
              <a:rPr spc="-8" dirty="0">
                <a:solidFill>
                  <a:srgbClr val="404040"/>
                </a:solidFill>
                <a:latin typeface="Palatino Linotype"/>
                <a:cs typeface="Palatino Linotype"/>
              </a:rPr>
              <a:t>l</a:t>
            </a:r>
            <a:r>
              <a:rPr spc="-30" dirty="0">
                <a:solidFill>
                  <a:srgbClr val="404040"/>
                </a:solidFill>
                <a:latin typeface="Palatino Linotype"/>
                <a:cs typeface="Palatino Linotype"/>
              </a:rPr>
              <a:t>e</a:t>
            </a:r>
            <a:r>
              <a:rPr spc="195" dirty="0">
                <a:solidFill>
                  <a:srgbClr val="404040"/>
                </a:solidFill>
                <a:latin typeface="Palatino Linotype"/>
                <a:cs typeface="Palatino Linotype"/>
              </a:rPr>
              <a:t> </a:t>
            </a:r>
            <a:r>
              <a:rPr spc="-165" dirty="0">
                <a:solidFill>
                  <a:srgbClr val="404040"/>
                </a:solidFill>
                <a:latin typeface="Palatino Linotype"/>
                <a:cs typeface="Palatino Linotype"/>
              </a:rPr>
              <a:t>w</a:t>
            </a:r>
            <a:r>
              <a:rPr spc="-53" dirty="0">
                <a:solidFill>
                  <a:srgbClr val="404040"/>
                </a:solidFill>
                <a:latin typeface="Palatino Linotype"/>
                <a:cs typeface="Palatino Linotype"/>
              </a:rPr>
              <a:t>o</a:t>
            </a:r>
            <a:r>
              <a:rPr spc="15" dirty="0">
                <a:solidFill>
                  <a:srgbClr val="404040"/>
                </a:solidFill>
                <a:latin typeface="Palatino Linotype"/>
                <a:cs typeface="Palatino Linotype"/>
              </a:rPr>
              <a:t>r</a:t>
            </a:r>
            <a:r>
              <a:rPr spc="-53" dirty="0">
                <a:solidFill>
                  <a:srgbClr val="404040"/>
                </a:solidFill>
                <a:latin typeface="Palatino Linotype"/>
                <a:cs typeface="Palatino Linotype"/>
              </a:rPr>
              <a:t>d</a:t>
            </a:r>
            <a:r>
              <a:rPr spc="75" dirty="0">
                <a:solidFill>
                  <a:srgbClr val="404040"/>
                </a:solidFill>
                <a:latin typeface="Palatino Linotype"/>
                <a:cs typeface="Palatino Linotype"/>
              </a:rPr>
              <a:t>.</a:t>
            </a:r>
            <a:endParaRPr dirty="0">
              <a:latin typeface="Palatino Linotype"/>
              <a:cs typeface="Palatino Linotype"/>
            </a:endParaRPr>
          </a:p>
          <a:p>
            <a:pPr marL="19050" marR="7620">
              <a:lnSpc>
                <a:spcPts val="2100"/>
              </a:lnSpc>
              <a:spcBef>
                <a:spcPts val="930"/>
              </a:spcBef>
            </a:pPr>
            <a:r>
              <a:rPr spc="270" dirty="0">
                <a:solidFill>
                  <a:srgbClr val="404040"/>
                </a:solidFill>
                <a:latin typeface="Palatino Linotype"/>
                <a:cs typeface="Palatino Linotype"/>
              </a:rPr>
              <a:t>T</a:t>
            </a:r>
            <a:r>
              <a:rPr spc="-8" dirty="0">
                <a:solidFill>
                  <a:srgbClr val="404040"/>
                </a:solidFill>
                <a:latin typeface="Palatino Linotype"/>
                <a:cs typeface="Palatino Linotype"/>
              </a:rPr>
              <a:t>h</a:t>
            </a:r>
            <a:r>
              <a:rPr spc="-30" dirty="0">
                <a:solidFill>
                  <a:srgbClr val="404040"/>
                </a:solidFill>
                <a:latin typeface="Palatino Linotype"/>
                <a:cs typeface="Palatino Linotype"/>
              </a:rPr>
              <a:t>e</a:t>
            </a:r>
            <a:r>
              <a:rPr spc="195" dirty="0">
                <a:solidFill>
                  <a:srgbClr val="404040"/>
                </a:solidFill>
                <a:latin typeface="Palatino Linotype"/>
                <a:cs typeface="Palatino Linotype"/>
              </a:rPr>
              <a:t> </a:t>
            </a:r>
            <a:r>
              <a:rPr spc="-30" dirty="0">
                <a:solidFill>
                  <a:srgbClr val="404040"/>
                </a:solidFill>
                <a:latin typeface="Palatino Linotype"/>
                <a:cs typeface="Palatino Linotype"/>
              </a:rPr>
              <a:t>hidden</a:t>
            </a:r>
            <a:r>
              <a:rPr spc="180" dirty="0">
                <a:solidFill>
                  <a:srgbClr val="404040"/>
                </a:solidFill>
                <a:latin typeface="Palatino Linotype"/>
                <a:cs typeface="Palatino Linotype"/>
              </a:rPr>
              <a:t> </a:t>
            </a:r>
            <a:r>
              <a:rPr spc="-38" dirty="0">
                <a:solidFill>
                  <a:srgbClr val="404040"/>
                </a:solidFill>
                <a:latin typeface="Palatino Linotype"/>
                <a:cs typeface="Palatino Linotype"/>
              </a:rPr>
              <a:t>s</a:t>
            </a:r>
            <a:r>
              <a:rPr spc="60" dirty="0">
                <a:solidFill>
                  <a:srgbClr val="404040"/>
                </a:solidFill>
                <a:latin typeface="Palatino Linotype"/>
                <a:cs typeface="Palatino Linotype"/>
              </a:rPr>
              <a:t>t</a:t>
            </a:r>
            <a:r>
              <a:rPr spc="90" dirty="0">
                <a:solidFill>
                  <a:srgbClr val="404040"/>
                </a:solidFill>
                <a:latin typeface="Palatino Linotype"/>
                <a:cs typeface="Palatino Linotype"/>
              </a:rPr>
              <a:t>a</a:t>
            </a:r>
            <a:r>
              <a:rPr spc="53" dirty="0">
                <a:solidFill>
                  <a:srgbClr val="404040"/>
                </a:solidFill>
                <a:latin typeface="Palatino Linotype"/>
                <a:cs typeface="Palatino Linotype"/>
              </a:rPr>
              <a:t>te</a:t>
            </a:r>
            <a:r>
              <a:rPr dirty="0">
                <a:solidFill>
                  <a:srgbClr val="404040"/>
                </a:solidFill>
                <a:latin typeface="Palatino Linotype"/>
                <a:cs typeface="Palatino Linotype"/>
              </a:rPr>
              <a:t> </a:t>
            </a:r>
            <a:r>
              <a:rPr spc="-217" dirty="0">
                <a:solidFill>
                  <a:srgbClr val="404040"/>
                </a:solidFill>
                <a:latin typeface="Palatino Linotype"/>
                <a:cs typeface="Palatino Linotype"/>
              </a:rPr>
              <a:t> </a:t>
            </a:r>
            <a:r>
              <a:rPr spc="-8" dirty="0">
                <a:solidFill>
                  <a:srgbClr val="404040"/>
                </a:solidFill>
                <a:latin typeface="Palatino Linotype"/>
                <a:cs typeface="Palatino Linotype"/>
              </a:rPr>
              <a:t>i</a:t>
            </a:r>
            <a:r>
              <a:rPr spc="-30" dirty="0">
                <a:solidFill>
                  <a:srgbClr val="404040"/>
                </a:solidFill>
                <a:latin typeface="Palatino Linotype"/>
                <a:cs typeface="Palatino Linotype"/>
              </a:rPr>
              <a:t>s</a:t>
            </a:r>
            <a:r>
              <a:rPr spc="195" dirty="0">
                <a:solidFill>
                  <a:srgbClr val="404040"/>
                </a:solidFill>
                <a:latin typeface="Palatino Linotype"/>
                <a:cs typeface="Palatino Linotype"/>
              </a:rPr>
              <a:t> </a:t>
            </a:r>
            <a:r>
              <a:rPr spc="8" dirty="0">
                <a:solidFill>
                  <a:srgbClr val="404040"/>
                </a:solidFill>
                <a:latin typeface="Palatino Linotype"/>
                <a:cs typeface="Palatino Linotype"/>
              </a:rPr>
              <a:t>a</a:t>
            </a:r>
            <a:r>
              <a:rPr spc="-38" dirty="0">
                <a:solidFill>
                  <a:srgbClr val="404040"/>
                </a:solidFill>
                <a:latin typeface="Palatino Linotype"/>
                <a:cs typeface="Palatino Linotype"/>
              </a:rPr>
              <a:t>ff</a:t>
            </a:r>
            <a:r>
              <a:rPr spc="53" dirty="0">
                <a:solidFill>
                  <a:srgbClr val="404040"/>
                </a:solidFill>
                <a:latin typeface="Palatino Linotype"/>
                <a:cs typeface="Palatino Linotype"/>
              </a:rPr>
              <a:t>ect</a:t>
            </a:r>
            <a:r>
              <a:rPr spc="-60" dirty="0">
                <a:solidFill>
                  <a:srgbClr val="404040"/>
                </a:solidFill>
                <a:latin typeface="Palatino Linotype"/>
                <a:cs typeface="Palatino Linotype"/>
              </a:rPr>
              <a:t>ed</a:t>
            </a:r>
            <a:r>
              <a:rPr spc="203" dirty="0">
                <a:solidFill>
                  <a:srgbClr val="404040"/>
                </a:solidFill>
                <a:latin typeface="Palatino Linotype"/>
                <a:cs typeface="Palatino Linotype"/>
              </a:rPr>
              <a:t> </a:t>
            </a:r>
            <a:r>
              <a:rPr spc="60" dirty="0">
                <a:solidFill>
                  <a:srgbClr val="404040"/>
                </a:solidFill>
                <a:latin typeface="Palatino Linotype"/>
                <a:cs typeface="Palatino Linotype"/>
              </a:rPr>
              <a:t>b</a:t>
            </a:r>
            <a:r>
              <a:rPr spc="-15" dirty="0">
                <a:solidFill>
                  <a:srgbClr val="404040"/>
                </a:solidFill>
                <a:latin typeface="Palatino Linotype"/>
                <a:cs typeface="Palatino Linotype"/>
              </a:rPr>
              <a:t>y</a:t>
            </a:r>
            <a:r>
              <a:rPr spc="195" dirty="0">
                <a:solidFill>
                  <a:srgbClr val="404040"/>
                </a:solidFill>
                <a:latin typeface="Palatino Linotype"/>
                <a:cs typeface="Palatino Linotype"/>
              </a:rPr>
              <a:t> </a:t>
            </a:r>
            <a:r>
              <a:rPr spc="150" dirty="0">
                <a:solidFill>
                  <a:srgbClr val="404040"/>
                </a:solidFill>
                <a:latin typeface="Palatino Linotype"/>
                <a:cs typeface="Palatino Linotype"/>
              </a:rPr>
              <a:t>t</a:t>
            </a:r>
            <a:r>
              <a:rPr spc="-8" dirty="0">
                <a:solidFill>
                  <a:srgbClr val="404040"/>
                </a:solidFill>
                <a:latin typeface="Palatino Linotype"/>
                <a:cs typeface="Palatino Linotype"/>
              </a:rPr>
              <a:t>h</a:t>
            </a:r>
            <a:r>
              <a:rPr spc="-30" dirty="0">
                <a:solidFill>
                  <a:srgbClr val="404040"/>
                </a:solidFill>
                <a:latin typeface="Palatino Linotype"/>
                <a:cs typeface="Palatino Linotype"/>
              </a:rPr>
              <a:t>e</a:t>
            </a:r>
            <a:r>
              <a:rPr spc="195" dirty="0">
                <a:solidFill>
                  <a:srgbClr val="404040"/>
                </a:solidFill>
                <a:latin typeface="Palatino Linotype"/>
                <a:cs typeface="Palatino Linotype"/>
              </a:rPr>
              <a:t> </a:t>
            </a:r>
            <a:r>
              <a:rPr spc="-165" dirty="0">
                <a:solidFill>
                  <a:srgbClr val="404040"/>
                </a:solidFill>
                <a:latin typeface="Palatino Linotype"/>
                <a:cs typeface="Palatino Linotype"/>
              </a:rPr>
              <a:t>w</a:t>
            </a:r>
            <a:r>
              <a:rPr spc="-53" dirty="0">
                <a:solidFill>
                  <a:srgbClr val="404040"/>
                </a:solidFill>
                <a:latin typeface="Palatino Linotype"/>
                <a:cs typeface="Palatino Linotype"/>
              </a:rPr>
              <a:t>o</a:t>
            </a:r>
            <a:r>
              <a:rPr spc="15" dirty="0">
                <a:solidFill>
                  <a:srgbClr val="404040"/>
                </a:solidFill>
                <a:latin typeface="Palatino Linotype"/>
                <a:cs typeface="Palatino Linotype"/>
              </a:rPr>
              <a:t>r</a:t>
            </a:r>
            <a:r>
              <a:rPr spc="-53" dirty="0">
                <a:solidFill>
                  <a:srgbClr val="404040"/>
                </a:solidFill>
                <a:latin typeface="Palatino Linotype"/>
                <a:cs typeface="Palatino Linotype"/>
              </a:rPr>
              <a:t>d</a:t>
            </a:r>
            <a:r>
              <a:rPr spc="-30" dirty="0">
                <a:solidFill>
                  <a:srgbClr val="404040"/>
                </a:solidFill>
                <a:latin typeface="Palatino Linotype"/>
                <a:cs typeface="Palatino Linotype"/>
              </a:rPr>
              <a:t>s</a:t>
            </a:r>
            <a:r>
              <a:rPr spc="195" dirty="0">
                <a:solidFill>
                  <a:srgbClr val="404040"/>
                </a:solidFill>
                <a:latin typeface="Palatino Linotype"/>
                <a:cs typeface="Palatino Linotype"/>
              </a:rPr>
              <a:t> </a:t>
            </a:r>
            <a:r>
              <a:rPr spc="8" dirty="0">
                <a:solidFill>
                  <a:srgbClr val="404040"/>
                </a:solidFill>
                <a:latin typeface="Palatino Linotype"/>
                <a:cs typeface="Palatino Linotype"/>
              </a:rPr>
              <a:t>c</a:t>
            </a:r>
            <a:r>
              <a:rPr spc="15" dirty="0">
                <a:solidFill>
                  <a:srgbClr val="404040"/>
                </a:solidFill>
                <a:latin typeface="Palatino Linotype"/>
                <a:cs typeface="Palatino Linotype"/>
              </a:rPr>
              <a:t>h</a:t>
            </a:r>
            <a:r>
              <a:rPr spc="-53" dirty="0">
                <a:solidFill>
                  <a:srgbClr val="404040"/>
                </a:solidFill>
                <a:latin typeface="Palatino Linotype"/>
                <a:cs typeface="Palatino Linotype"/>
              </a:rPr>
              <a:t>o</a:t>
            </a:r>
            <a:r>
              <a:rPr spc="-30" dirty="0">
                <a:solidFill>
                  <a:srgbClr val="404040"/>
                </a:solidFill>
                <a:latin typeface="Palatino Linotype"/>
                <a:cs typeface="Palatino Linotype"/>
              </a:rPr>
              <a:t>s</a:t>
            </a:r>
            <a:r>
              <a:rPr spc="-23" dirty="0">
                <a:solidFill>
                  <a:srgbClr val="404040"/>
                </a:solidFill>
                <a:latin typeface="Palatino Linotype"/>
                <a:cs typeface="Palatino Linotype"/>
              </a:rPr>
              <a:t>en</a:t>
            </a:r>
            <a:r>
              <a:rPr spc="203" dirty="0">
                <a:solidFill>
                  <a:srgbClr val="404040"/>
                </a:solidFill>
                <a:latin typeface="Palatino Linotype"/>
                <a:cs typeface="Palatino Linotype"/>
              </a:rPr>
              <a:t> </a:t>
            </a:r>
            <a:r>
              <a:rPr spc="143" dirty="0">
                <a:solidFill>
                  <a:srgbClr val="404040"/>
                </a:solidFill>
                <a:latin typeface="Palatino Linotype"/>
                <a:cs typeface="Palatino Linotype"/>
              </a:rPr>
              <a:t>(</a:t>
            </a:r>
            <a:r>
              <a:rPr spc="-30" dirty="0">
                <a:solidFill>
                  <a:srgbClr val="404040"/>
                </a:solidFill>
                <a:latin typeface="Palatino Linotype"/>
                <a:cs typeface="Palatino Linotype"/>
              </a:rPr>
              <a:t>s</a:t>
            </a:r>
            <a:r>
              <a:rPr spc="-60" dirty="0">
                <a:solidFill>
                  <a:srgbClr val="404040"/>
                </a:solidFill>
                <a:latin typeface="Palatino Linotype"/>
                <a:cs typeface="Palatino Linotype"/>
              </a:rPr>
              <a:t>o</a:t>
            </a:r>
            <a:r>
              <a:rPr spc="203" dirty="0">
                <a:solidFill>
                  <a:srgbClr val="404040"/>
                </a:solidFill>
                <a:latin typeface="Palatino Linotype"/>
                <a:cs typeface="Palatino Linotype"/>
              </a:rPr>
              <a:t> </a:t>
            </a:r>
            <a:r>
              <a:rPr spc="-165" dirty="0">
                <a:solidFill>
                  <a:srgbClr val="404040"/>
                </a:solidFill>
                <a:latin typeface="Palatino Linotype"/>
                <a:cs typeface="Palatino Linotype"/>
              </a:rPr>
              <a:t>w</a:t>
            </a:r>
            <a:r>
              <a:rPr spc="-30" dirty="0">
                <a:solidFill>
                  <a:srgbClr val="404040"/>
                </a:solidFill>
                <a:latin typeface="Palatino Linotype"/>
                <a:cs typeface="Palatino Linotype"/>
              </a:rPr>
              <a:t>e</a:t>
            </a:r>
            <a:r>
              <a:rPr spc="195" dirty="0">
                <a:solidFill>
                  <a:srgbClr val="404040"/>
                </a:solidFill>
                <a:latin typeface="Palatino Linotype"/>
                <a:cs typeface="Palatino Linotype"/>
              </a:rPr>
              <a:t> </a:t>
            </a:r>
            <a:r>
              <a:rPr spc="-15" dirty="0">
                <a:solidFill>
                  <a:srgbClr val="404040"/>
                </a:solidFill>
                <a:latin typeface="Palatino Linotype"/>
                <a:cs typeface="Palatino Linotype"/>
              </a:rPr>
              <a:t>c</a:t>
            </a:r>
            <a:r>
              <a:rPr spc="-8" dirty="0">
                <a:solidFill>
                  <a:srgbClr val="404040"/>
                </a:solidFill>
                <a:latin typeface="Palatino Linotype"/>
                <a:cs typeface="Palatino Linotype"/>
              </a:rPr>
              <a:t>o</a:t>
            </a:r>
            <a:r>
              <a:rPr spc="-45" dirty="0">
                <a:solidFill>
                  <a:srgbClr val="404040"/>
                </a:solidFill>
                <a:latin typeface="Palatino Linotype"/>
                <a:cs typeface="Palatino Linotype"/>
              </a:rPr>
              <a:t>u</a:t>
            </a:r>
            <a:r>
              <a:rPr spc="-8" dirty="0">
                <a:solidFill>
                  <a:srgbClr val="404040"/>
                </a:solidFill>
                <a:latin typeface="Palatino Linotype"/>
                <a:cs typeface="Palatino Linotype"/>
              </a:rPr>
              <a:t>l</a:t>
            </a:r>
            <a:r>
              <a:rPr spc="-60" dirty="0">
                <a:solidFill>
                  <a:srgbClr val="404040"/>
                </a:solidFill>
                <a:latin typeface="Palatino Linotype"/>
                <a:cs typeface="Palatino Linotype"/>
              </a:rPr>
              <a:t>d</a:t>
            </a:r>
            <a:r>
              <a:rPr spc="203" dirty="0">
                <a:solidFill>
                  <a:srgbClr val="404040"/>
                </a:solidFill>
                <a:latin typeface="Palatino Linotype"/>
                <a:cs typeface="Palatino Linotype"/>
              </a:rPr>
              <a:t> </a:t>
            </a:r>
            <a:r>
              <a:rPr spc="15" dirty="0">
                <a:solidFill>
                  <a:srgbClr val="404040"/>
                </a:solidFill>
                <a:latin typeface="Palatino Linotype"/>
                <a:cs typeface="Palatino Linotype"/>
              </a:rPr>
              <a:t>r</a:t>
            </a:r>
            <a:r>
              <a:rPr spc="-23" dirty="0">
                <a:solidFill>
                  <a:srgbClr val="404040"/>
                </a:solidFill>
                <a:latin typeface="Palatino Linotype"/>
                <a:cs typeface="Palatino Linotype"/>
              </a:rPr>
              <a:t>e</a:t>
            </a:r>
            <a:r>
              <a:rPr spc="-30" dirty="0">
                <a:solidFill>
                  <a:srgbClr val="404040"/>
                </a:solidFill>
                <a:latin typeface="Palatino Linotype"/>
                <a:cs typeface="Palatino Linotype"/>
              </a:rPr>
              <a:t>m</a:t>
            </a:r>
            <a:r>
              <a:rPr spc="-23" dirty="0">
                <a:solidFill>
                  <a:srgbClr val="404040"/>
                </a:solidFill>
                <a:latin typeface="Palatino Linotype"/>
                <a:cs typeface="Palatino Linotype"/>
              </a:rPr>
              <a:t>e</a:t>
            </a:r>
            <a:r>
              <a:rPr spc="-30" dirty="0">
                <a:solidFill>
                  <a:srgbClr val="404040"/>
                </a:solidFill>
                <a:latin typeface="Palatino Linotype"/>
                <a:cs typeface="Palatino Linotype"/>
              </a:rPr>
              <a:t>m</a:t>
            </a:r>
            <a:r>
              <a:rPr spc="60" dirty="0">
                <a:solidFill>
                  <a:srgbClr val="404040"/>
                </a:solidFill>
                <a:latin typeface="Palatino Linotype"/>
                <a:cs typeface="Palatino Linotype"/>
              </a:rPr>
              <a:t>b</a:t>
            </a:r>
            <a:r>
              <a:rPr spc="-15" dirty="0">
                <a:solidFill>
                  <a:srgbClr val="404040"/>
                </a:solidFill>
                <a:latin typeface="Palatino Linotype"/>
                <a:cs typeface="Palatino Linotype"/>
              </a:rPr>
              <a:t>er</a:t>
            </a:r>
            <a:r>
              <a:rPr spc="195" dirty="0">
                <a:solidFill>
                  <a:srgbClr val="404040"/>
                </a:solidFill>
                <a:latin typeface="Palatino Linotype"/>
                <a:cs typeface="Palatino Linotype"/>
              </a:rPr>
              <a:t> </a:t>
            </a:r>
            <a:r>
              <a:rPr spc="-165" dirty="0">
                <a:solidFill>
                  <a:srgbClr val="404040"/>
                </a:solidFill>
                <a:latin typeface="Palatino Linotype"/>
                <a:cs typeface="Palatino Linotype"/>
              </a:rPr>
              <a:t>w</a:t>
            </a:r>
            <a:r>
              <a:rPr spc="-8" dirty="0">
                <a:solidFill>
                  <a:srgbClr val="404040"/>
                </a:solidFill>
                <a:latin typeface="Palatino Linotype"/>
                <a:cs typeface="Palatino Linotype"/>
              </a:rPr>
              <a:t>h</a:t>
            </a:r>
            <a:r>
              <a:rPr spc="8" dirty="0">
                <a:solidFill>
                  <a:srgbClr val="404040"/>
                </a:solidFill>
                <a:latin typeface="Palatino Linotype"/>
                <a:cs typeface="Palatino Linotype"/>
              </a:rPr>
              <a:t>a</a:t>
            </a:r>
            <a:r>
              <a:rPr spc="150" dirty="0">
                <a:solidFill>
                  <a:srgbClr val="404040"/>
                </a:solidFill>
                <a:latin typeface="Palatino Linotype"/>
                <a:cs typeface="Palatino Linotype"/>
              </a:rPr>
              <a:t>t</a:t>
            </a:r>
            <a:r>
              <a:rPr spc="195" dirty="0">
                <a:solidFill>
                  <a:srgbClr val="404040"/>
                </a:solidFill>
                <a:latin typeface="Palatino Linotype"/>
                <a:cs typeface="Palatino Linotype"/>
              </a:rPr>
              <a:t> </a:t>
            </a:r>
            <a:r>
              <a:rPr spc="-165" dirty="0">
                <a:solidFill>
                  <a:srgbClr val="404040"/>
                </a:solidFill>
                <a:latin typeface="Palatino Linotype"/>
                <a:cs typeface="Palatino Linotype"/>
              </a:rPr>
              <a:t>w</a:t>
            </a:r>
            <a:r>
              <a:rPr spc="-30" dirty="0">
                <a:solidFill>
                  <a:srgbClr val="404040"/>
                </a:solidFill>
                <a:latin typeface="Palatino Linotype"/>
                <a:cs typeface="Palatino Linotype"/>
              </a:rPr>
              <a:t>e</a:t>
            </a:r>
            <a:r>
              <a:rPr spc="-15" dirty="0">
                <a:solidFill>
                  <a:srgbClr val="404040"/>
                </a:solidFill>
                <a:latin typeface="Palatino Linotype"/>
                <a:cs typeface="Palatino Linotype"/>
              </a:rPr>
              <a:t> </a:t>
            </a:r>
            <a:r>
              <a:rPr spc="150" dirty="0">
                <a:solidFill>
                  <a:srgbClr val="404040"/>
                </a:solidFill>
                <a:latin typeface="Palatino Linotype"/>
                <a:cs typeface="Palatino Linotype"/>
              </a:rPr>
              <a:t>j</a:t>
            </a:r>
            <a:r>
              <a:rPr spc="-45" dirty="0">
                <a:solidFill>
                  <a:srgbClr val="404040"/>
                </a:solidFill>
                <a:latin typeface="Palatino Linotype"/>
                <a:cs typeface="Palatino Linotype"/>
              </a:rPr>
              <a:t>u</a:t>
            </a:r>
            <a:r>
              <a:rPr spc="-30" dirty="0">
                <a:solidFill>
                  <a:srgbClr val="404040"/>
                </a:solidFill>
                <a:latin typeface="Palatino Linotype"/>
                <a:cs typeface="Palatino Linotype"/>
              </a:rPr>
              <a:t>s</a:t>
            </a:r>
            <a:r>
              <a:rPr spc="150" dirty="0">
                <a:solidFill>
                  <a:srgbClr val="404040"/>
                </a:solidFill>
                <a:latin typeface="Palatino Linotype"/>
                <a:cs typeface="Palatino Linotype"/>
              </a:rPr>
              <a:t>t</a:t>
            </a:r>
            <a:r>
              <a:rPr spc="195" dirty="0">
                <a:solidFill>
                  <a:srgbClr val="404040"/>
                </a:solidFill>
                <a:latin typeface="Palatino Linotype"/>
                <a:cs typeface="Palatino Linotype"/>
              </a:rPr>
              <a:t> </a:t>
            </a:r>
            <a:r>
              <a:rPr spc="-30" dirty="0">
                <a:solidFill>
                  <a:srgbClr val="404040"/>
                </a:solidFill>
                <a:latin typeface="Palatino Linotype"/>
                <a:cs typeface="Palatino Linotype"/>
              </a:rPr>
              <a:t>s</a:t>
            </a:r>
            <a:r>
              <a:rPr spc="8" dirty="0">
                <a:solidFill>
                  <a:srgbClr val="404040"/>
                </a:solidFill>
                <a:latin typeface="Palatino Linotype"/>
                <a:cs typeface="Palatino Linotype"/>
              </a:rPr>
              <a:t>a</a:t>
            </a:r>
            <a:r>
              <a:rPr spc="-15" dirty="0">
                <a:solidFill>
                  <a:srgbClr val="404040"/>
                </a:solidFill>
                <a:latin typeface="Palatino Linotype"/>
                <a:cs typeface="Palatino Linotype"/>
              </a:rPr>
              <a:t>y</a:t>
            </a:r>
            <a:r>
              <a:rPr spc="195" dirty="0">
                <a:solidFill>
                  <a:srgbClr val="404040"/>
                </a:solidFill>
                <a:latin typeface="Palatino Linotype"/>
                <a:cs typeface="Palatino Linotype"/>
              </a:rPr>
              <a:t> </a:t>
            </a:r>
            <a:r>
              <a:rPr spc="8" dirty="0">
                <a:solidFill>
                  <a:srgbClr val="404040"/>
                </a:solidFill>
                <a:latin typeface="Palatino Linotype"/>
                <a:cs typeface="Palatino Linotype"/>
              </a:rPr>
              <a:t>a</a:t>
            </a:r>
            <a:r>
              <a:rPr spc="-8" dirty="0">
                <a:solidFill>
                  <a:srgbClr val="404040"/>
                </a:solidFill>
                <a:latin typeface="Palatino Linotype"/>
                <a:cs typeface="Palatino Linotype"/>
              </a:rPr>
              <a:t>n</a:t>
            </a:r>
            <a:r>
              <a:rPr spc="-60" dirty="0">
                <a:solidFill>
                  <a:srgbClr val="404040"/>
                </a:solidFill>
                <a:latin typeface="Palatino Linotype"/>
                <a:cs typeface="Palatino Linotype"/>
              </a:rPr>
              <a:t>d</a:t>
            </a:r>
            <a:r>
              <a:rPr spc="203" dirty="0">
                <a:solidFill>
                  <a:srgbClr val="404040"/>
                </a:solidFill>
                <a:latin typeface="Palatino Linotype"/>
                <a:cs typeface="Palatino Linotype"/>
              </a:rPr>
              <a:t> </a:t>
            </a:r>
            <a:r>
              <a:rPr spc="-15" dirty="0">
                <a:solidFill>
                  <a:srgbClr val="404040"/>
                </a:solidFill>
                <a:latin typeface="Palatino Linotype"/>
                <a:cs typeface="Palatino Linotype"/>
              </a:rPr>
              <a:t>c</a:t>
            </a:r>
            <a:r>
              <a:rPr spc="-8" dirty="0">
                <a:solidFill>
                  <a:srgbClr val="404040"/>
                </a:solidFill>
                <a:latin typeface="Palatino Linotype"/>
                <a:cs typeface="Palatino Linotype"/>
              </a:rPr>
              <a:t>o</a:t>
            </a:r>
            <a:r>
              <a:rPr spc="-30" dirty="0">
                <a:solidFill>
                  <a:srgbClr val="404040"/>
                </a:solidFill>
                <a:latin typeface="Palatino Linotype"/>
                <a:cs typeface="Palatino Linotype"/>
              </a:rPr>
              <a:t>m</a:t>
            </a:r>
            <a:r>
              <a:rPr spc="-45" dirty="0">
                <a:solidFill>
                  <a:srgbClr val="404040"/>
                </a:solidFill>
                <a:latin typeface="Palatino Linotype"/>
                <a:cs typeface="Palatino Linotype"/>
              </a:rPr>
              <a:t>p</a:t>
            </a:r>
            <a:r>
              <a:rPr spc="-8" dirty="0">
                <a:solidFill>
                  <a:srgbClr val="404040"/>
                </a:solidFill>
                <a:latin typeface="Palatino Linotype"/>
                <a:cs typeface="Palatino Linotype"/>
              </a:rPr>
              <a:t>l</a:t>
            </a:r>
            <a:r>
              <a:rPr spc="60" dirty="0">
                <a:solidFill>
                  <a:srgbClr val="404040"/>
                </a:solidFill>
                <a:latin typeface="Palatino Linotype"/>
                <a:cs typeface="Palatino Linotype"/>
              </a:rPr>
              <a:t>et</a:t>
            </a:r>
            <a:r>
              <a:rPr spc="-30" dirty="0">
                <a:solidFill>
                  <a:srgbClr val="404040"/>
                </a:solidFill>
                <a:latin typeface="Palatino Linotype"/>
                <a:cs typeface="Palatino Linotype"/>
              </a:rPr>
              <a:t>e</a:t>
            </a:r>
            <a:r>
              <a:rPr spc="195" dirty="0">
                <a:solidFill>
                  <a:srgbClr val="404040"/>
                </a:solidFill>
                <a:latin typeface="Palatino Linotype"/>
                <a:cs typeface="Palatino Linotype"/>
              </a:rPr>
              <a:t> </a:t>
            </a:r>
            <a:r>
              <a:rPr spc="150" dirty="0">
                <a:solidFill>
                  <a:srgbClr val="404040"/>
                </a:solidFill>
                <a:latin typeface="Palatino Linotype"/>
                <a:cs typeface="Palatino Linotype"/>
              </a:rPr>
              <a:t>t</a:t>
            </a:r>
            <a:r>
              <a:rPr spc="-8" dirty="0">
                <a:solidFill>
                  <a:srgbClr val="404040"/>
                </a:solidFill>
                <a:latin typeface="Palatino Linotype"/>
                <a:cs typeface="Palatino Linotype"/>
              </a:rPr>
              <a:t>h</a:t>
            </a:r>
            <a:r>
              <a:rPr spc="-30" dirty="0">
                <a:solidFill>
                  <a:srgbClr val="404040"/>
                </a:solidFill>
                <a:latin typeface="Palatino Linotype"/>
                <a:cs typeface="Palatino Linotype"/>
              </a:rPr>
              <a:t>e</a:t>
            </a:r>
            <a:r>
              <a:rPr spc="195" dirty="0">
                <a:solidFill>
                  <a:srgbClr val="404040"/>
                </a:solidFill>
                <a:latin typeface="Palatino Linotype"/>
                <a:cs typeface="Palatino Linotype"/>
              </a:rPr>
              <a:t> </a:t>
            </a:r>
            <a:r>
              <a:rPr spc="-30" dirty="0">
                <a:solidFill>
                  <a:srgbClr val="404040"/>
                </a:solidFill>
                <a:latin typeface="Palatino Linotype"/>
                <a:cs typeface="Palatino Linotype"/>
              </a:rPr>
              <a:t>s</a:t>
            </a:r>
            <a:r>
              <a:rPr spc="-23" dirty="0">
                <a:solidFill>
                  <a:srgbClr val="404040"/>
                </a:solidFill>
                <a:latin typeface="Palatino Linotype"/>
                <a:cs typeface="Palatino Linotype"/>
              </a:rPr>
              <a:t>en</a:t>
            </a:r>
            <a:r>
              <a:rPr spc="150" dirty="0">
                <a:solidFill>
                  <a:srgbClr val="404040"/>
                </a:solidFill>
                <a:latin typeface="Palatino Linotype"/>
                <a:cs typeface="Palatino Linotype"/>
              </a:rPr>
              <a:t>t</a:t>
            </a:r>
            <a:r>
              <a:rPr spc="-23" dirty="0">
                <a:solidFill>
                  <a:srgbClr val="404040"/>
                </a:solidFill>
                <a:latin typeface="Palatino Linotype"/>
                <a:cs typeface="Palatino Linotype"/>
              </a:rPr>
              <a:t>en</a:t>
            </a:r>
            <a:r>
              <a:rPr spc="45" dirty="0">
                <a:solidFill>
                  <a:srgbClr val="404040"/>
                </a:solidFill>
                <a:latin typeface="Palatino Linotype"/>
                <a:cs typeface="Palatino Linotype"/>
              </a:rPr>
              <a:t>ce)</a:t>
            </a:r>
            <a:r>
              <a:rPr spc="75" dirty="0">
                <a:solidFill>
                  <a:srgbClr val="404040"/>
                </a:solidFill>
                <a:latin typeface="Palatino Linotype"/>
                <a:cs typeface="Palatino Linotype"/>
              </a:rPr>
              <a:t>.</a:t>
            </a:r>
            <a:endParaRPr dirty="0">
              <a:latin typeface="Palatino Linotype"/>
              <a:cs typeface="Palatino Linotype"/>
            </a:endParaRPr>
          </a:p>
        </p:txBody>
      </p:sp>
    </p:spTree>
    <p:extLst>
      <p:ext uri="{BB962C8B-B14F-4D97-AF65-F5344CB8AC3E}">
        <p14:creationId xmlns:p14="http://schemas.microsoft.com/office/powerpoint/2010/main" val="2876853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158316" y="369102"/>
            <a:ext cx="11545738" cy="3026470"/>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What is Sequential Learning</a:t>
            </a:r>
          </a:p>
        </p:txBody>
      </p:sp>
      <p:sp>
        <p:nvSpPr>
          <p:cNvPr id="25" name="object 2"/>
          <p:cNvSpPr txBox="1"/>
          <p:nvPr/>
        </p:nvSpPr>
        <p:spPr>
          <a:xfrm>
            <a:off x="2569022" y="3809305"/>
            <a:ext cx="13563600" cy="3867725"/>
          </a:xfrm>
          <a:prstGeom prst="rect">
            <a:avLst/>
          </a:prstGeom>
        </p:spPr>
        <p:txBody>
          <a:bodyPr vert="horz" wrap="square" lIns="0" tIns="0" rIns="0" bIns="0" rtlCol="0">
            <a:spAutoFit/>
          </a:bodyPr>
          <a:lstStyle/>
          <a:p>
            <a:pPr marL="19050" marR="116205">
              <a:lnSpc>
                <a:spcPts val="3240"/>
              </a:lnSpc>
              <a:buClr>
                <a:srgbClr val="404040"/>
              </a:buClr>
              <a:tabLst>
                <a:tab pos="704850" algn="l"/>
              </a:tabLst>
            </a:pPr>
            <a:r>
              <a:rPr sz="3000" spc="278" dirty="0">
                <a:solidFill>
                  <a:srgbClr val="404040"/>
                </a:solidFill>
                <a:latin typeface="Palatino Linotype"/>
                <a:cs typeface="Palatino Linotype"/>
              </a:rPr>
              <a:t>P</a:t>
            </a:r>
            <a:r>
              <a:rPr sz="3000" spc="-15" dirty="0">
                <a:solidFill>
                  <a:srgbClr val="404040"/>
                </a:solidFill>
                <a:latin typeface="Palatino Linotype"/>
                <a:cs typeface="Palatino Linotype"/>
              </a:rPr>
              <a:t>l</a:t>
            </a:r>
            <a:r>
              <a:rPr sz="3000" spc="23" dirty="0">
                <a:solidFill>
                  <a:srgbClr val="404040"/>
                </a:solidFill>
                <a:latin typeface="Palatino Linotype"/>
                <a:cs typeface="Palatino Linotype"/>
              </a:rPr>
              <a:t>a</a:t>
            </a:r>
            <a:r>
              <a:rPr sz="3000" spc="-15" dirty="0">
                <a:solidFill>
                  <a:srgbClr val="404040"/>
                </a:solidFill>
                <a:latin typeface="Palatino Linotype"/>
                <a:cs typeface="Palatino Linotype"/>
              </a:rPr>
              <a:t>in</a:t>
            </a:r>
            <a:r>
              <a:rPr sz="3000" spc="300" dirty="0">
                <a:solidFill>
                  <a:srgbClr val="404040"/>
                </a:solidFill>
                <a:latin typeface="Palatino Linotype"/>
                <a:cs typeface="Palatino Linotype"/>
              </a:rPr>
              <a:t> </a:t>
            </a:r>
            <a:r>
              <a:rPr sz="3000" spc="135" dirty="0">
                <a:solidFill>
                  <a:srgbClr val="404040"/>
                </a:solidFill>
                <a:latin typeface="Palatino Linotype"/>
                <a:cs typeface="Palatino Linotype"/>
              </a:rPr>
              <a:t>C</a:t>
            </a:r>
            <a:r>
              <a:rPr sz="3000" spc="-248" dirty="0">
                <a:solidFill>
                  <a:srgbClr val="404040"/>
                </a:solidFill>
                <a:latin typeface="Palatino Linotype"/>
                <a:cs typeface="Palatino Linotype"/>
              </a:rPr>
              <a:t>NN</a:t>
            </a:r>
            <a:r>
              <a:rPr sz="3000" spc="-45" dirty="0">
                <a:solidFill>
                  <a:srgbClr val="404040"/>
                </a:solidFill>
                <a:latin typeface="Palatino Linotype"/>
                <a:cs typeface="Palatino Linotype"/>
              </a:rPr>
              <a:t>s</a:t>
            </a:r>
            <a:r>
              <a:rPr sz="3000" spc="306" dirty="0">
                <a:solidFill>
                  <a:srgbClr val="404040"/>
                </a:solidFill>
                <a:latin typeface="Palatino Linotype"/>
                <a:cs typeface="Palatino Linotype"/>
              </a:rPr>
              <a:t> </a:t>
            </a:r>
            <a:r>
              <a:rPr sz="3000" spc="23" dirty="0">
                <a:solidFill>
                  <a:srgbClr val="404040"/>
                </a:solidFill>
                <a:latin typeface="Palatino Linotype"/>
                <a:cs typeface="Palatino Linotype"/>
              </a:rPr>
              <a:t>ar</a:t>
            </a:r>
            <a:r>
              <a:rPr sz="3000" spc="-45" dirty="0">
                <a:solidFill>
                  <a:srgbClr val="404040"/>
                </a:solidFill>
                <a:latin typeface="Palatino Linotype"/>
                <a:cs typeface="Palatino Linotype"/>
              </a:rPr>
              <a:t>e</a:t>
            </a:r>
            <a:r>
              <a:rPr sz="3000" spc="306" dirty="0">
                <a:solidFill>
                  <a:srgbClr val="404040"/>
                </a:solidFill>
                <a:latin typeface="Palatino Linotype"/>
                <a:cs typeface="Palatino Linotype"/>
              </a:rPr>
              <a:t> </a:t>
            </a:r>
            <a:r>
              <a:rPr sz="3000" spc="-23" dirty="0">
                <a:solidFill>
                  <a:srgbClr val="404040"/>
                </a:solidFill>
                <a:latin typeface="Palatino Linotype"/>
                <a:cs typeface="Palatino Linotype"/>
              </a:rPr>
              <a:t>n</a:t>
            </a:r>
            <a:r>
              <a:rPr sz="3000" spc="-75" dirty="0">
                <a:solidFill>
                  <a:srgbClr val="404040"/>
                </a:solidFill>
                <a:latin typeface="Palatino Linotype"/>
                <a:cs typeface="Palatino Linotype"/>
              </a:rPr>
              <a:t>o</a:t>
            </a:r>
            <a:r>
              <a:rPr sz="3000" spc="233" dirty="0">
                <a:solidFill>
                  <a:srgbClr val="404040"/>
                </a:solidFill>
                <a:latin typeface="Palatino Linotype"/>
                <a:cs typeface="Palatino Linotype"/>
              </a:rPr>
              <a:t>t</a:t>
            </a:r>
            <a:r>
              <a:rPr sz="3000" spc="300" dirty="0">
                <a:solidFill>
                  <a:srgbClr val="404040"/>
                </a:solidFill>
                <a:latin typeface="Palatino Linotype"/>
                <a:cs typeface="Palatino Linotype"/>
              </a:rPr>
              <a:t> </a:t>
            </a:r>
            <a:r>
              <a:rPr sz="3000" spc="60" dirty="0">
                <a:solidFill>
                  <a:srgbClr val="404040"/>
                </a:solidFill>
                <a:latin typeface="Palatino Linotype"/>
                <a:cs typeface="Palatino Linotype"/>
              </a:rPr>
              <a:t>b</a:t>
            </a:r>
            <a:r>
              <a:rPr sz="3000" spc="-75" dirty="0">
                <a:solidFill>
                  <a:srgbClr val="404040"/>
                </a:solidFill>
                <a:latin typeface="Palatino Linotype"/>
                <a:cs typeface="Palatino Linotype"/>
              </a:rPr>
              <a:t>o</a:t>
            </a:r>
            <a:r>
              <a:rPr sz="3000" spc="23" dirty="0">
                <a:solidFill>
                  <a:srgbClr val="404040"/>
                </a:solidFill>
                <a:latin typeface="Palatino Linotype"/>
                <a:cs typeface="Palatino Linotype"/>
              </a:rPr>
              <a:t>r</a:t>
            </a:r>
            <a:r>
              <a:rPr sz="3000" spc="-23" dirty="0">
                <a:solidFill>
                  <a:srgbClr val="404040"/>
                </a:solidFill>
                <a:latin typeface="Palatino Linotype"/>
                <a:cs typeface="Palatino Linotype"/>
              </a:rPr>
              <a:t>n</a:t>
            </a:r>
            <a:r>
              <a:rPr sz="3000" spc="300" dirty="0">
                <a:solidFill>
                  <a:srgbClr val="404040"/>
                </a:solidFill>
                <a:latin typeface="Palatino Linotype"/>
                <a:cs typeface="Palatino Linotype"/>
              </a:rPr>
              <a:t> </a:t>
            </a:r>
            <a:r>
              <a:rPr sz="3000" spc="-113" dirty="0">
                <a:solidFill>
                  <a:srgbClr val="404040"/>
                </a:solidFill>
                <a:latin typeface="Palatino Linotype"/>
                <a:cs typeface="Palatino Linotype"/>
              </a:rPr>
              <a:t>g</a:t>
            </a:r>
            <a:r>
              <a:rPr sz="3000" spc="-75" dirty="0">
                <a:solidFill>
                  <a:srgbClr val="404040"/>
                </a:solidFill>
                <a:latin typeface="Palatino Linotype"/>
                <a:cs typeface="Palatino Linotype"/>
              </a:rPr>
              <a:t>oo</a:t>
            </a:r>
            <a:r>
              <a:rPr sz="3000" spc="-113" dirty="0">
                <a:solidFill>
                  <a:srgbClr val="404040"/>
                </a:solidFill>
                <a:latin typeface="Palatino Linotype"/>
                <a:cs typeface="Palatino Linotype"/>
              </a:rPr>
              <a:t>d</a:t>
            </a:r>
            <a:r>
              <a:rPr sz="3000" spc="300" dirty="0">
                <a:solidFill>
                  <a:srgbClr val="404040"/>
                </a:solidFill>
                <a:latin typeface="Palatino Linotype"/>
                <a:cs typeface="Palatino Linotype"/>
              </a:rPr>
              <a:t> </a:t>
            </a:r>
            <a:r>
              <a:rPr sz="3000" spc="23" dirty="0">
                <a:solidFill>
                  <a:srgbClr val="404040"/>
                </a:solidFill>
                <a:latin typeface="Palatino Linotype"/>
                <a:cs typeface="Palatino Linotype"/>
              </a:rPr>
              <a:t>a</a:t>
            </a:r>
            <a:r>
              <a:rPr sz="3000" spc="233" dirty="0">
                <a:solidFill>
                  <a:srgbClr val="404040"/>
                </a:solidFill>
                <a:latin typeface="Palatino Linotype"/>
                <a:cs typeface="Palatino Linotype"/>
              </a:rPr>
              <a:t>t</a:t>
            </a:r>
            <a:r>
              <a:rPr sz="3000" spc="300" dirty="0">
                <a:solidFill>
                  <a:srgbClr val="404040"/>
                </a:solidFill>
                <a:latin typeface="Palatino Linotype"/>
                <a:cs typeface="Palatino Linotype"/>
              </a:rPr>
              <a:t> </a:t>
            </a:r>
            <a:r>
              <a:rPr sz="3000" spc="-15" dirty="0">
                <a:solidFill>
                  <a:srgbClr val="404040"/>
                </a:solidFill>
                <a:latin typeface="Palatino Linotype"/>
                <a:cs typeface="Palatino Linotype"/>
              </a:rPr>
              <a:t>l</a:t>
            </a:r>
            <a:r>
              <a:rPr sz="3000" spc="-38" dirty="0">
                <a:solidFill>
                  <a:srgbClr val="404040"/>
                </a:solidFill>
                <a:latin typeface="Palatino Linotype"/>
                <a:cs typeface="Palatino Linotype"/>
              </a:rPr>
              <a:t>e</a:t>
            </a:r>
            <a:r>
              <a:rPr sz="3000" spc="-23" dirty="0">
                <a:solidFill>
                  <a:srgbClr val="404040"/>
                </a:solidFill>
                <a:latin typeface="Palatino Linotype"/>
                <a:cs typeface="Palatino Linotype"/>
              </a:rPr>
              <a:t>n</a:t>
            </a:r>
            <a:r>
              <a:rPr sz="3000" spc="-113" dirty="0">
                <a:solidFill>
                  <a:srgbClr val="404040"/>
                </a:solidFill>
                <a:latin typeface="Palatino Linotype"/>
                <a:cs typeface="Palatino Linotype"/>
              </a:rPr>
              <a:t>g</a:t>
            </a:r>
            <a:r>
              <a:rPr sz="3000" spc="233" dirty="0">
                <a:solidFill>
                  <a:srgbClr val="404040"/>
                </a:solidFill>
                <a:latin typeface="Palatino Linotype"/>
                <a:cs typeface="Palatino Linotype"/>
              </a:rPr>
              <a:t>t</a:t>
            </a:r>
            <a:r>
              <a:rPr sz="3000" spc="-23" dirty="0">
                <a:solidFill>
                  <a:srgbClr val="404040"/>
                </a:solidFill>
                <a:latin typeface="Palatino Linotype"/>
                <a:cs typeface="Palatino Linotype"/>
              </a:rPr>
              <a:t>h</a:t>
            </a:r>
            <a:r>
              <a:rPr sz="3000" spc="38" dirty="0">
                <a:solidFill>
                  <a:srgbClr val="404040"/>
                </a:solidFill>
                <a:latin typeface="Palatino Linotype"/>
                <a:cs typeface="Palatino Linotype"/>
              </a:rPr>
              <a:t>-</a:t>
            </a:r>
            <a:r>
              <a:rPr sz="3000" spc="-45" dirty="0">
                <a:solidFill>
                  <a:srgbClr val="404040"/>
                </a:solidFill>
                <a:latin typeface="Palatino Linotype"/>
                <a:cs typeface="Palatino Linotype"/>
              </a:rPr>
              <a:t>v</a:t>
            </a:r>
            <a:r>
              <a:rPr sz="3000" spc="23" dirty="0">
                <a:solidFill>
                  <a:srgbClr val="404040"/>
                </a:solidFill>
                <a:latin typeface="Palatino Linotype"/>
                <a:cs typeface="Palatino Linotype"/>
              </a:rPr>
              <a:t>ar</a:t>
            </a:r>
            <a:r>
              <a:rPr sz="3000" spc="-15" dirty="0">
                <a:solidFill>
                  <a:srgbClr val="404040"/>
                </a:solidFill>
                <a:latin typeface="Palatino Linotype"/>
                <a:cs typeface="Palatino Linotype"/>
              </a:rPr>
              <a:t>yin</a:t>
            </a:r>
            <a:r>
              <a:rPr sz="3000" spc="-120" dirty="0">
                <a:solidFill>
                  <a:srgbClr val="404040"/>
                </a:solidFill>
                <a:latin typeface="Palatino Linotype"/>
                <a:cs typeface="Palatino Linotype"/>
              </a:rPr>
              <a:t>g</a:t>
            </a:r>
            <a:r>
              <a:rPr sz="3000" spc="306" dirty="0">
                <a:solidFill>
                  <a:srgbClr val="404040"/>
                </a:solidFill>
                <a:latin typeface="Palatino Linotype"/>
                <a:cs typeface="Palatino Linotype"/>
              </a:rPr>
              <a:t> </a:t>
            </a:r>
            <a:r>
              <a:rPr sz="3000" spc="-15" dirty="0">
                <a:solidFill>
                  <a:srgbClr val="404040"/>
                </a:solidFill>
                <a:latin typeface="Palatino Linotype"/>
                <a:cs typeface="Palatino Linotype"/>
              </a:rPr>
              <a:t>in</a:t>
            </a:r>
            <a:r>
              <a:rPr sz="3000" spc="-75" dirty="0">
                <a:solidFill>
                  <a:srgbClr val="404040"/>
                </a:solidFill>
                <a:latin typeface="Palatino Linotype"/>
                <a:cs typeface="Palatino Linotype"/>
              </a:rPr>
              <a:t>pu</a:t>
            </a:r>
            <a:r>
              <a:rPr sz="3000" spc="233" dirty="0">
                <a:solidFill>
                  <a:srgbClr val="404040"/>
                </a:solidFill>
                <a:latin typeface="Palatino Linotype"/>
                <a:cs typeface="Palatino Linotype"/>
              </a:rPr>
              <a:t>t</a:t>
            </a:r>
            <a:r>
              <a:rPr sz="3000" spc="300" dirty="0">
                <a:solidFill>
                  <a:srgbClr val="404040"/>
                </a:solidFill>
                <a:latin typeface="Palatino Linotype"/>
                <a:cs typeface="Palatino Linotype"/>
              </a:rPr>
              <a:t> </a:t>
            </a:r>
            <a:r>
              <a:rPr sz="3000" spc="23" dirty="0">
                <a:solidFill>
                  <a:srgbClr val="404040"/>
                </a:solidFill>
                <a:latin typeface="Palatino Linotype"/>
                <a:cs typeface="Palatino Linotype"/>
              </a:rPr>
              <a:t>a</a:t>
            </a:r>
            <a:r>
              <a:rPr sz="3000" spc="-23" dirty="0">
                <a:solidFill>
                  <a:srgbClr val="404040"/>
                </a:solidFill>
                <a:latin typeface="Palatino Linotype"/>
                <a:cs typeface="Palatino Linotype"/>
              </a:rPr>
              <a:t>n</a:t>
            </a:r>
            <a:r>
              <a:rPr sz="3000" spc="-113" dirty="0">
                <a:solidFill>
                  <a:srgbClr val="404040"/>
                </a:solidFill>
                <a:latin typeface="Palatino Linotype"/>
                <a:cs typeface="Palatino Linotype"/>
              </a:rPr>
              <a:t>d</a:t>
            </a:r>
            <a:r>
              <a:rPr sz="3000" spc="-45" dirty="0">
                <a:solidFill>
                  <a:srgbClr val="404040"/>
                </a:solidFill>
                <a:latin typeface="Palatino Linotype"/>
                <a:cs typeface="Palatino Linotype"/>
              </a:rPr>
              <a:t> </a:t>
            </a:r>
            <a:r>
              <a:rPr sz="3000" spc="-75" dirty="0">
                <a:solidFill>
                  <a:srgbClr val="404040"/>
                </a:solidFill>
                <a:latin typeface="Palatino Linotype"/>
                <a:cs typeface="Palatino Linotype"/>
              </a:rPr>
              <a:t>ou</a:t>
            </a:r>
            <a:r>
              <a:rPr sz="3000" spc="233" dirty="0">
                <a:solidFill>
                  <a:srgbClr val="404040"/>
                </a:solidFill>
                <a:latin typeface="Palatino Linotype"/>
                <a:cs typeface="Palatino Linotype"/>
              </a:rPr>
              <a:t>t</a:t>
            </a:r>
            <a:r>
              <a:rPr sz="3000" spc="-75" dirty="0">
                <a:solidFill>
                  <a:srgbClr val="404040"/>
                </a:solidFill>
                <a:latin typeface="Palatino Linotype"/>
                <a:cs typeface="Palatino Linotype"/>
              </a:rPr>
              <a:t>pu</a:t>
            </a:r>
            <a:r>
              <a:rPr sz="3000" spc="233" dirty="0">
                <a:solidFill>
                  <a:srgbClr val="404040"/>
                </a:solidFill>
                <a:latin typeface="Palatino Linotype"/>
                <a:cs typeface="Palatino Linotype"/>
              </a:rPr>
              <a:t>t</a:t>
            </a:r>
            <a:r>
              <a:rPr sz="3000" spc="120" dirty="0">
                <a:solidFill>
                  <a:srgbClr val="404040"/>
                </a:solidFill>
                <a:latin typeface="Palatino Linotype"/>
                <a:cs typeface="Palatino Linotype"/>
              </a:rPr>
              <a:t>.</a:t>
            </a:r>
            <a:endParaRPr sz="3000" dirty="0">
              <a:latin typeface="Palatino Linotype"/>
              <a:cs typeface="Palatino Linotype"/>
            </a:endParaRPr>
          </a:p>
          <a:p>
            <a:pPr marL="1390650" lvl="1" indent="-685800">
              <a:spcBef>
                <a:spcPts val="233"/>
              </a:spcBef>
              <a:buClr>
                <a:srgbClr val="E38312"/>
              </a:buClr>
              <a:buFont typeface="Palatino Linotype"/>
              <a:buAutoNum type="arabicPeriod"/>
              <a:tabLst>
                <a:tab pos="1390650" algn="l"/>
              </a:tabLst>
            </a:pPr>
            <a:r>
              <a:rPr sz="2700" spc="15" dirty="0">
                <a:solidFill>
                  <a:srgbClr val="404040"/>
                </a:solidFill>
                <a:latin typeface="Palatino Linotype"/>
                <a:cs typeface="Palatino Linotype"/>
              </a:rPr>
              <a:t>D</a:t>
            </a:r>
            <a:r>
              <a:rPr sz="2700" spc="-23" dirty="0">
                <a:solidFill>
                  <a:srgbClr val="404040"/>
                </a:solidFill>
                <a:latin typeface="Palatino Linotype"/>
                <a:cs typeface="Palatino Linotype"/>
              </a:rPr>
              <a:t>if</a:t>
            </a:r>
            <a:r>
              <a:rPr sz="2700" spc="-38" dirty="0">
                <a:solidFill>
                  <a:srgbClr val="404040"/>
                </a:solidFill>
                <a:latin typeface="Palatino Linotype"/>
                <a:cs typeface="Palatino Linotype"/>
              </a:rPr>
              <a:t>f</a:t>
            </a:r>
            <a:r>
              <a:rPr sz="2700" spc="38" dirty="0">
                <a:solidFill>
                  <a:srgbClr val="404040"/>
                </a:solidFill>
                <a:latin typeface="Palatino Linotype"/>
                <a:cs typeface="Palatino Linotype"/>
              </a:rPr>
              <a:t>icult</a:t>
            </a:r>
            <a:r>
              <a:rPr sz="2700" spc="270" dirty="0">
                <a:solidFill>
                  <a:srgbClr val="404040"/>
                </a:solidFill>
                <a:latin typeface="Palatino Linotype"/>
                <a:cs typeface="Palatino Linotype"/>
              </a:rPr>
              <a:t> </a:t>
            </a:r>
            <a:r>
              <a:rPr sz="2700" spc="68" dirty="0">
                <a:solidFill>
                  <a:srgbClr val="404040"/>
                </a:solidFill>
                <a:latin typeface="Palatino Linotype"/>
                <a:cs typeface="Palatino Linotype"/>
              </a:rPr>
              <a:t>to</a:t>
            </a:r>
            <a:r>
              <a:rPr sz="2700" spc="270" dirty="0">
                <a:solidFill>
                  <a:srgbClr val="404040"/>
                </a:solidFill>
                <a:latin typeface="Palatino Linotype"/>
                <a:cs typeface="Palatino Linotype"/>
              </a:rPr>
              <a:t> </a:t>
            </a:r>
            <a:r>
              <a:rPr sz="2700" spc="-53" dirty="0">
                <a:solidFill>
                  <a:srgbClr val="404040"/>
                </a:solidFill>
                <a:latin typeface="Palatino Linotype"/>
                <a:cs typeface="Palatino Linotype"/>
              </a:rPr>
              <a:t>def</a:t>
            </a:r>
            <a:r>
              <a:rPr sz="2700" spc="-15" dirty="0">
                <a:solidFill>
                  <a:srgbClr val="404040"/>
                </a:solidFill>
                <a:latin typeface="Palatino Linotype"/>
                <a:cs typeface="Palatino Linotype"/>
              </a:rPr>
              <a:t>ine</a:t>
            </a:r>
            <a:r>
              <a:rPr sz="2700" spc="270" dirty="0">
                <a:solidFill>
                  <a:srgbClr val="404040"/>
                </a:solidFill>
                <a:latin typeface="Palatino Linotype"/>
                <a:cs typeface="Palatino Linotype"/>
              </a:rPr>
              <a:t> </a:t>
            </a:r>
            <a:r>
              <a:rPr sz="2700" spc="8" dirty="0">
                <a:solidFill>
                  <a:srgbClr val="404040"/>
                </a:solidFill>
                <a:latin typeface="Palatino Linotype"/>
                <a:cs typeface="Palatino Linotype"/>
              </a:rPr>
              <a:t>input</a:t>
            </a:r>
            <a:r>
              <a:rPr sz="2700" spc="270" dirty="0">
                <a:solidFill>
                  <a:srgbClr val="404040"/>
                </a:solidFill>
                <a:latin typeface="Palatino Linotype"/>
                <a:cs typeface="Palatino Linotype"/>
              </a:rPr>
              <a:t> </a:t>
            </a:r>
            <a:r>
              <a:rPr sz="2700" spc="23" dirty="0">
                <a:solidFill>
                  <a:srgbClr val="404040"/>
                </a:solidFill>
                <a:latin typeface="Palatino Linotype"/>
                <a:cs typeface="Palatino Linotype"/>
              </a:rPr>
              <a:t>a</a:t>
            </a:r>
            <a:r>
              <a:rPr sz="2700" spc="-53" dirty="0">
                <a:solidFill>
                  <a:srgbClr val="404040"/>
                </a:solidFill>
                <a:latin typeface="Palatino Linotype"/>
                <a:cs typeface="Palatino Linotype"/>
              </a:rPr>
              <a:t>nd</a:t>
            </a:r>
            <a:r>
              <a:rPr sz="2700" spc="270" dirty="0">
                <a:solidFill>
                  <a:srgbClr val="404040"/>
                </a:solidFill>
                <a:latin typeface="Palatino Linotype"/>
                <a:cs typeface="Palatino Linotype"/>
              </a:rPr>
              <a:t> </a:t>
            </a:r>
            <a:r>
              <a:rPr sz="2700" spc="23" dirty="0">
                <a:solidFill>
                  <a:srgbClr val="404040"/>
                </a:solidFill>
                <a:latin typeface="Palatino Linotype"/>
                <a:cs typeface="Palatino Linotype"/>
              </a:rPr>
              <a:t>output</a:t>
            </a:r>
            <a:endParaRPr sz="2700" dirty="0">
              <a:latin typeface="Palatino Linotype"/>
              <a:cs typeface="Palatino Linotype"/>
            </a:endParaRPr>
          </a:p>
          <a:p>
            <a:pPr marL="2076450" lvl="2" indent="-685800">
              <a:spcBef>
                <a:spcPts val="743"/>
              </a:spcBef>
              <a:buClr>
                <a:srgbClr val="E38312"/>
              </a:buClr>
              <a:buFont typeface="Palatino Linotype"/>
              <a:buAutoNum type="arabicPeriod"/>
              <a:tabLst>
                <a:tab pos="2076450" algn="l"/>
              </a:tabLst>
            </a:pPr>
            <a:r>
              <a:rPr sz="2025" spc="217" dirty="0">
                <a:solidFill>
                  <a:srgbClr val="404040"/>
                </a:solidFill>
                <a:latin typeface="Palatino Linotype"/>
                <a:cs typeface="Palatino Linotype"/>
              </a:rPr>
              <a:t>R</a:t>
            </a:r>
            <a:r>
              <a:rPr sz="2025" spc="8" dirty="0">
                <a:solidFill>
                  <a:srgbClr val="404040"/>
                </a:solidFill>
                <a:latin typeface="Palatino Linotype"/>
                <a:cs typeface="Palatino Linotype"/>
              </a:rPr>
              <a:t>e</a:t>
            </a:r>
            <a:r>
              <a:rPr sz="2025" spc="38" dirty="0">
                <a:solidFill>
                  <a:srgbClr val="404040"/>
                </a:solidFill>
                <a:latin typeface="Palatino Linotype"/>
                <a:cs typeface="Palatino Linotype"/>
              </a:rPr>
              <a:t>m</a:t>
            </a:r>
            <a:r>
              <a:rPr sz="2025" spc="8" dirty="0">
                <a:solidFill>
                  <a:srgbClr val="404040"/>
                </a:solidFill>
                <a:latin typeface="Palatino Linotype"/>
                <a:cs typeface="Palatino Linotype"/>
              </a:rPr>
              <a:t>e</a:t>
            </a:r>
            <a:r>
              <a:rPr sz="2025" spc="38" dirty="0">
                <a:solidFill>
                  <a:srgbClr val="404040"/>
                </a:solidFill>
                <a:latin typeface="Palatino Linotype"/>
                <a:cs typeface="Palatino Linotype"/>
              </a:rPr>
              <a:t>m</a:t>
            </a:r>
            <a:r>
              <a:rPr sz="2025" spc="83" dirty="0">
                <a:solidFill>
                  <a:srgbClr val="404040"/>
                </a:solidFill>
                <a:latin typeface="Palatino Linotype"/>
                <a:cs typeface="Palatino Linotype"/>
              </a:rPr>
              <a:t>b</a:t>
            </a:r>
            <a:r>
              <a:rPr sz="2025" spc="8" dirty="0">
                <a:solidFill>
                  <a:srgbClr val="404040"/>
                </a:solidFill>
                <a:latin typeface="Palatino Linotype"/>
                <a:cs typeface="Palatino Linotype"/>
              </a:rPr>
              <a:t>e</a:t>
            </a:r>
            <a:r>
              <a:rPr sz="2025" spc="45" dirty="0">
                <a:solidFill>
                  <a:srgbClr val="404040"/>
                </a:solidFill>
                <a:latin typeface="Palatino Linotype"/>
                <a:cs typeface="Palatino Linotype"/>
              </a:rPr>
              <a:t>r</a:t>
            </a:r>
            <a:r>
              <a:rPr sz="2025" spc="233" dirty="0">
                <a:solidFill>
                  <a:srgbClr val="404040"/>
                </a:solidFill>
                <a:latin typeface="Palatino Linotype"/>
                <a:cs typeface="Palatino Linotype"/>
              </a:rPr>
              <a:t> </a:t>
            </a:r>
            <a:r>
              <a:rPr sz="2025" spc="180" dirty="0">
                <a:solidFill>
                  <a:srgbClr val="404040"/>
                </a:solidFill>
                <a:latin typeface="Palatino Linotype"/>
                <a:cs typeface="Palatino Linotype"/>
              </a:rPr>
              <a:t>t</a:t>
            </a:r>
            <a:r>
              <a:rPr sz="2025" spc="30" dirty="0">
                <a:solidFill>
                  <a:srgbClr val="404040"/>
                </a:solidFill>
                <a:latin typeface="Palatino Linotype"/>
                <a:cs typeface="Palatino Linotype"/>
              </a:rPr>
              <a:t>h</a:t>
            </a:r>
            <a:r>
              <a:rPr sz="2025" spc="53" dirty="0">
                <a:solidFill>
                  <a:srgbClr val="404040"/>
                </a:solidFill>
                <a:latin typeface="Palatino Linotype"/>
                <a:cs typeface="Palatino Linotype"/>
              </a:rPr>
              <a:t>a</a:t>
            </a:r>
            <a:r>
              <a:rPr sz="2025" spc="180" dirty="0">
                <a:solidFill>
                  <a:srgbClr val="404040"/>
                </a:solidFill>
                <a:latin typeface="Palatino Linotype"/>
                <a:cs typeface="Palatino Linotype"/>
              </a:rPr>
              <a:t>t</a:t>
            </a:r>
            <a:endParaRPr sz="2025" dirty="0">
              <a:latin typeface="Palatino Linotype"/>
              <a:cs typeface="Palatino Linotype"/>
            </a:endParaRPr>
          </a:p>
          <a:p>
            <a:pPr marL="2762250" lvl="3" indent="-685800">
              <a:spcBef>
                <a:spcPts val="660"/>
              </a:spcBef>
              <a:buClr>
                <a:srgbClr val="E38312"/>
              </a:buClr>
              <a:buFont typeface="Palatino Linotype"/>
              <a:buAutoNum type="arabicPeriod"/>
              <a:tabLst>
                <a:tab pos="2762250" algn="l"/>
              </a:tabLst>
            </a:pPr>
            <a:r>
              <a:rPr sz="2100" spc="15" dirty="0">
                <a:solidFill>
                  <a:srgbClr val="404040"/>
                </a:solidFill>
                <a:latin typeface="Palatino Linotype"/>
                <a:cs typeface="Palatino Linotype"/>
              </a:rPr>
              <a:t>I</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p</a:t>
            </a:r>
            <a:r>
              <a:rPr sz="2100" spc="-68" dirty="0">
                <a:solidFill>
                  <a:srgbClr val="404040"/>
                </a:solidFill>
                <a:latin typeface="Palatino Linotype"/>
                <a:cs typeface="Palatino Linotype"/>
              </a:rPr>
              <a:t>u</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8" dirty="0">
                <a:solidFill>
                  <a:srgbClr val="404040"/>
                </a:solidFill>
                <a:latin typeface="Palatino Linotype"/>
                <a:cs typeface="Palatino Linotype"/>
              </a:rPr>
              <a:t>i</a:t>
            </a:r>
            <a:r>
              <a:rPr sz="2100" spc="-30" dirty="0">
                <a:solidFill>
                  <a:srgbClr val="404040"/>
                </a:solidFill>
                <a:latin typeface="Palatino Linotype"/>
                <a:cs typeface="Palatino Linotype"/>
              </a:rPr>
              <a:t>m</a:t>
            </a:r>
            <a:r>
              <a:rPr sz="2100" spc="15" dirty="0">
                <a:solidFill>
                  <a:srgbClr val="404040"/>
                </a:solidFill>
                <a:latin typeface="Palatino Linotype"/>
                <a:cs typeface="Palatino Linotype"/>
              </a:rPr>
              <a:t>a</a:t>
            </a:r>
            <a:r>
              <a:rPr sz="2100" spc="-75" dirty="0">
                <a:solidFill>
                  <a:srgbClr val="404040"/>
                </a:solidFill>
                <a:latin typeface="Palatino Linotype"/>
                <a:cs typeface="Palatino Linotype"/>
              </a:rPr>
              <a:t>g</a:t>
            </a:r>
            <a:r>
              <a:rPr sz="2100" spc="-45" dirty="0">
                <a:solidFill>
                  <a:srgbClr val="404040"/>
                </a:solidFill>
                <a:latin typeface="Palatino Linotype"/>
                <a:cs typeface="Palatino Linotype"/>
              </a:rPr>
              <a:t>e</a:t>
            </a:r>
            <a:r>
              <a:rPr sz="2100" spc="217" dirty="0">
                <a:solidFill>
                  <a:srgbClr val="404040"/>
                </a:solidFill>
                <a:latin typeface="Palatino Linotype"/>
                <a:cs typeface="Palatino Linotype"/>
              </a:rPr>
              <a:t> </a:t>
            </a:r>
            <a:r>
              <a:rPr sz="2100" spc="-8" dirty="0">
                <a:solidFill>
                  <a:srgbClr val="404040"/>
                </a:solidFill>
                <a:latin typeface="Palatino Linotype"/>
                <a:cs typeface="Palatino Linotype"/>
              </a:rPr>
              <a:t>i</a:t>
            </a:r>
            <a:r>
              <a:rPr sz="2100" spc="-38" dirty="0">
                <a:solidFill>
                  <a:srgbClr val="404040"/>
                </a:solidFill>
                <a:latin typeface="Palatino Linotype"/>
                <a:cs typeface="Palatino Linotype"/>
              </a:rPr>
              <a:t>s</a:t>
            </a:r>
            <a:r>
              <a:rPr sz="2100" spc="210" dirty="0">
                <a:solidFill>
                  <a:srgbClr val="404040"/>
                </a:solidFill>
                <a:latin typeface="Palatino Linotype"/>
                <a:cs typeface="Palatino Linotype"/>
              </a:rPr>
              <a:t> </a:t>
            </a:r>
            <a:r>
              <a:rPr sz="2100" spc="8" dirty="0">
                <a:solidFill>
                  <a:srgbClr val="404040"/>
                </a:solidFill>
                <a:latin typeface="Palatino Linotype"/>
                <a:cs typeface="Palatino Linotype"/>
              </a:rPr>
              <a:t>a</a:t>
            </a:r>
            <a:r>
              <a:rPr sz="2100" spc="217" dirty="0">
                <a:solidFill>
                  <a:srgbClr val="404040"/>
                </a:solidFill>
                <a:latin typeface="Palatino Linotype"/>
                <a:cs typeface="Palatino Linotype"/>
              </a:rPr>
              <a:t> </a:t>
            </a:r>
            <a:r>
              <a:rPr sz="2100" spc="45" dirty="0">
                <a:solidFill>
                  <a:srgbClr val="404040"/>
                </a:solidFill>
                <a:latin typeface="Palatino Linotype"/>
                <a:cs typeface="Palatino Linotype"/>
              </a:rPr>
              <a:t>3</a:t>
            </a:r>
            <a:r>
              <a:rPr sz="2100" spc="15" dirty="0">
                <a:solidFill>
                  <a:srgbClr val="404040"/>
                </a:solidFill>
                <a:latin typeface="Palatino Linotype"/>
                <a:cs typeface="Palatino Linotype"/>
              </a:rPr>
              <a:t>D</a:t>
            </a:r>
            <a:r>
              <a:rPr sz="2100" spc="217"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38" dirty="0">
                <a:solidFill>
                  <a:srgbClr val="404040"/>
                </a:solidFill>
                <a:latin typeface="Palatino Linotype"/>
                <a:cs typeface="Palatino Linotype"/>
              </a:rPr>
              <a:t>e</a:t>
            </a:r>
            <a:r>
              <a:rPr sz="2100" spc="-15" dirty="0">
                <a:solidFill>
                  <a:srgbClr val="404040"/>
                </a:solidFill>
                <a:latin typeface="Palatino Linotype"/>
                <a:cs typeface="Palatino Linotype"/>
              </a:rPr>
              <a:t>n</a:t>
            </a:r>
            <a:r>
              <a:rPr sz="2100" spc="-38" dirty="0">
                <a:solidFill>
                  <a:srgbClr val="404040"/>
                </a:solidFill>
                <a:latin typeface="Palatino Linotype"/>
                <a:cs typeface="Palatino Linotype"/>
              </a:rPr>
              <a:t>s</a:t>
            </a:r>
            <a:r>
              <a:rPr sz="2100" spc="-53" dirty="0">
                <a:solidFill>
                  <a:srgbClr val="404040"/>
                </a:solidFill>
                <a:latin typeface="Palatino Linotype"/>
                <a:cs typeface="Palatino Linotype"/>
              </a:rPr>
              <a:t>o</a:t>
            </a:r>
            <a:r>
              <a:rPr sz="2100" spc="15" dirty="0">
                <a:solidFill>
                  <a:srgbClr val="404040"/>
                </a:solidFill>
                <a:latin typeface="Palatino Linotype"/>
                <a:cs typeface="Palatino Linotype"/>
              </a:rPr>
              <a:t>r</a:t>
            </a:r>
            <a:r>
              <a:rPr sz="2100" spc="210" dirty="0">
                <a:solidFill>
                  <a:srgbClr val="404040"/>
                </a:solidFill>
                <a:latin typeface="Palatino Linotype"/>
                <a:cs typeface="Palatino Linotype"/>
              </a:rPr>
              <a:t> </a:t>
            </a:r>
            <a:r>
              <a:rPr sz="2100" spc="143" dirty="0">
                <a:solidFill>
                  <a:srgbClr val="404040"/>
                </a:solidFill>
                <a:latin typeface="Palatino Linotype"/>
                <a:cs typeface="Palatino Linotype"/>
              </a:rPr>
              <a:t>(</a:t>
            </a:r>
            <a:r>
              <a:rPr sz="2100" spc="-171" dirty="0">
                <a:solidFill>
                  <a:srgbClr val="404040"/>
                </a:solidFill>
                <a:latin typeface="Palatino Linotype"/>
                <a:cs typeface="Palatino Linotype"/>
              </a:rPr>
              <a:t>w</a:t>
            </a:r>
            <a:r>
              <a:rPr sz="2100" spc="-8" dirty="0">
                <a:solidFill>
                  <a:srgbClr val="404040"/>
                </a:solidFill>
                <a:latin typeface="Palatino Linotype"/>
                <a:cs typeface="Palatino Linotype"/>
              </a:rPr>
              <a:t>i</a:t>
            </a:r>
            <a:r>
              <a:rPr sz="2100" spc="-83" dirty="0">
                <a:solidFill>
                  <a:srgbClr val="404040"/>
                </a:solidFill>
                <a:latin typeface="Palatino Linotype"/>
                <a:cs typeface="Palatino Linotype"/>
              </a:rPr>
              <a:t>d</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75" dirty="0">
                <a:solidFill>
                  <a:srgbClr val="404040"/>
                </a:solidFill>
                <a:latin typeface="Palatino Linotype"/>
                <a:cs typeface="Palatino Linotype"/>
              </a:rPr>
              <a:t>,</a:t>
            </a:r>
            <a:r>
              <a:rPr sz="2100" spc="210" dirty="0">
                <a:solidFill>
                  <a:srgbClr val="404040"/>
                </a:solidFill>
                <a:latin typeface="Palatino Linotype"/>
                <a:cs typeface="Palatino Linotype"/>
              </a:rPr>
              <a:t> </a:t>
            </a:r>
            <a:r>
              <a:rPr sz="2100" spc="-8" dirty="0">
                <a:solidFill>
                  <a:srgbClr val="404040"/>
                </a:solidFill>
                <a:latin typeface="Palatino Linotype"/>
                <a:cs typeface="Palatino Linotype"/>
              </a:rPr>
              <a:t>l</a:t>
            </a:r>
            <a:r>
              <a:rPr sz="2100" spc="-38" dirty="0">
                <a:solidFill>
                  <a:srgbClr val="404040"/>
                </a:solidFill>
                <a:latin typeface="Palatino Linotype"/>
                <a:cs typeface="Palatino Linotype"/>
              </a:rPr>
              <a:t>e</a:t>
            </a:r>
            <a:r>
              <a:rPr sz="2100" spc="-15" dirty="0">
                <a:solidFill>
                  <a:srgbClr val="404040"/>
                </a:solidFill>
                <a:latin typeface="Palatino Linotype"/>
                <a:cs typeface="Palatino Linotype"/>
              </a:rPr>
              <a:t>n</a:t>
            </a:r>
            <a:r>
              <a:rPr sz="2100" spc="-75" dirty="0">
                <a:solidFill>
                  <a:srgbClr val="404040"/>
                </a:solidFill>
                <a:latin typeface="Palatino Linotype"/>
                <a:cs typeface="Palatino Linotype"/>
              </a:rPr>
              <a:t>g</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75" dirty="0">
                <a:solidFill>
                  <a:srgbClr val="404040"/>
                </a:solidFill>
                <a:latin typeface="Palatino Linotype"/>
                <a:cs typeface="Palatino Linotype"/>
              </a:rPr>
              <a:t>,</a:t>
            </a:r>
            <a:r>
              <a:rPr sz="2100" spc="210" dirty="0">
                <a:solidFill>
                  <a:srgbClr val="404040"/>
                </a:solidFill>
                <a:latin typeface="Palatino Linotype"/>
                <a:cs typeface="Palatino Linotype"/>
              </a:rPr>
              <a:t> </a:t>
            </a:r>
            <a:r>
              <a:rPr sz="2100" spc="38" dirty="0">
                <a:solidFill>
                  <a:srgbClr val="404040"/>
                </a:solidFill>
                <a:latin typeface="Palatino Linotype"/>
                <a:cs typeface="Palatino Linotype"/>
              </a:rPr>
              <a:t>c</a:t>
            </a:r>
            <a:r>
              <a:rPr sz="2100" spc="-53" dirty="0">
                <a:solidFill>
                  <a:srgbClr val="404040"/>
                </a:solidFill>
                <a:latin typeface="Palatino Linotype"/>
                <a:cs typeface="Palatino Linotype"/>
              </a:rPr>
              <a:t>o</a:t>
            </a:r>
            <a:r>
              <a:rPr sz="2100" spc="-8" dirty="0">
                <a:solidFill>
                  <a:srgbClr val="404040"/>
                </a:solidFill>
                <a:latin typeface="Palatino Linotype"/>
                <a:cs typeface="Palatino Linotype"/>
              </a:rPr>
              <a:t>l</a:t>
            </a:r>
            <a:r>
              <a:rPr sz="2100" spc="-53" dirty="0">
                <a:solidFill>
                  <a:srgbClr val="404040"/>
                </a:solidFill>
                <a:latin typeface="Palatino Linotype"/>
                <a:cs typeface="Palatino Linotype"/>
              </a:rPr>
              <a:t>o</a:t>
            </a:r>
            <a:r>
              <a:rPr sz="2100" spc="15" dirty="0">
                <a:solidFill>
                  <a:srgbClr val="404040"/>
                </a:solidFill>
                <a:latin typeface="Palatino Linotype"/>
                <a:cs typeface="Palatino Linotype"/>
              </a:rPr>
              <a:t>r</a:t>
            </a:r>
            <a:r>
              <a:rPr sz="2100" spc="210" dirty="0">
                <a:solidFill>
                  <a:srgbClr val="404040"/>
                </a:solidFill>
                <a:latin typeface="Palatino Linotype"/>
                <a:cs typeface="Palatino Linotype"/>
              </a:rPr>
              <a:t> </a:t>
            </a:r>
            <a:r>
              <a:rPr sz="2100" spc="38" dirty="0">
                <a:solidFill>
                  <a:srgbClr val="404040"/>
                </a:solidFill>
                <a:latin typeface="Palatino Linotype"/>
                <a:cs typeface="Palatino Linotype"/>
              </a:rPr>
              <a:t>c</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 dirty="0">
                <a:solidFill>
                  <a:srgbClr val="404040"/>
                </a:solidFill>
                <a:latin typeface="Palatino Linotype"/>
                <a:cs typeface="Palatino Linotype"/>
              </a:rPr>
              <a:t>nn</a:t>
            </a:r>
            <a:r>
              <a:rPr sz="2100" spc="-38" dirty="0">
                <a:solidFill>
                  <a:srgbClr val="404040"/>
                </a:solidFill>
                <a:latin typeface="Palatino Linotype"/>
                <a:cs typeface="Palatino Linotype"/>
              </a:rPr>
              <a:t>e</a:t>
            </a:r>
            <a:r>
              <a:rPr sz="2100" spc="-8" dirty="0">
                <a:solidFill>
                  <a:srgbClr val="404040"/>
                </a:solidFill>
                <a:latin typeface="Palatino Linotype"/>
                <a:cs typeface="Palatino Linotype"/>
              </a:rPr>
              <a:t>l</a:t>
            </a:r>
            <a:r>
              <a:rPr sz="2100" spc="-38" dirty="0">
                <a:solidFill>
                  <a:srgbClr val="404040"/>
                </a:solidFill>
                <a:latin typeface="Palatino Linotype"/>
                <a:cs typeface="Palatino Linotype"/>
              </a:rPr>
              <a:t>s</a:t>
            </a:r>
            <a:r>
              <a:rPr sz="2100" spc="143" dirty="0">
                <a:solidFill>
                  <a:srgbClr val="404040"/>
                </a:solidFill>
                <a:latin typeface="Palatino Linotype"/>
                <a:cs typeface="Palatino Linotype"/>
              </a:rPr>
              <a:t>)</a:t>
            </a:r>
            <a:endParaRPr sz="2100" dirty="0">
              <a:latin typeface="Palatino Linotype"/>
              <a:cs typeface="Palatino Linotype"/>
            </a:endParaRPr>
          </a:p>
          <a:p>
            <a:pPr marL="2762250" lvl="3" indent="-685800">
              <a:spcBef>
                <a:spcPts val="645"/>
              </a:spcBef>
              <a:buClr>
                <a:srgbClr val="E38312"/>
              </a:buClr>
              <a:buFont typeface="Palatino Linotype"/>
              <a:buAutoNum type="arabicPeriod"/>
              <a:tabLst>
                <a:tab pos="2762250" algn="l"/>
              </a:tabLst>
            </a:pPr>
            <a:r>
              <a:rPr sz="2100" spc="53" dirty="0">
                <a:solidFill>
                  <a:srgbClr val="404040"/>
                </a:solidFill>
                <a:latin typeface="Palatino Linotype"/>
                <a:cs typeface="Palatino Linotype"/>
              </a:rPr>
              <a:t>O</a:t>
            </a:r>
            <a:r>
              <a:rPr sz="2100" spc="-68" dirty="0">
                <a:solidFill>
                  <a:srgbClr val="404040"/>
                </a:solidFill>
                <a:latin typeface="Palatino Linotype"/>
                <a:cs typeface="Palatino Linotype"/>
              </a:rPr>
              <a:t>u</a:t>
            </a:r>
            <a:r>
              <a:rPr sz="2100" spc="158" dirty="0">
                <a:solidFill>
                  <a:srgbClr val="404040"/>
                </a:solidFill>
                <a:latin typeface="Palatino Linotype"/>
                <a:cs typeface="Palatino Linotype"/>
              </a:rPr>
              <a:t>t</a:t>
            </a:r>
            <a:r>
              <a:rPr sz="2100" spc="-53" dirty="0">
                <a:solidFill>
                  <a:srgbClr val="404040"/>
                </a:solidFill>
                <a:latin typeface="Palatino Linotype"/>
                <a:cs typeface="Palatino Linotype"/>
              </a:rPr>
              <a:t>p</a:t>
            </a:r>
            <a:r>
              <a:rPr sz="2100" spc="-68" dirty="0">
                <a:solidFill>
                  <a:srgbClr val="404040"/>
                </a:solidFill>
                <a:latin typeface="Palatino Linotype"/>
                <a:cs typeface="Palatino Linotype"/>
              </a:rPr>
              <a:t>u</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8" dirty="0">
                <a:solidFill>
                  <a:srgbClr val="404040"/>
                </a:solidFill>
                <a:latin typeface="Palatino Linotype"/>
                <a:cs typeface="Palatino Linotype"/>
              </a:rPr>
              <a:t>i</a:t>
            </a:r>
            <a:r>
              <a:rPr sz="2100" spc="-38" dirty="0">
                <a:solidFill>
                  <a:srgbClr val="404040"/>
                </a:solidFill>
                <a:latin typeface="Palatino Linotype"/>
                <a:cs typeface="Palatino Linotype"/>
              </a:rPr>
              <a:t>s</a:t>
            </a:r>
            <a:r>
              <a:rPr sz="2100" spc="210" dirty="0">
                <a:solidFill>
                  <a:srgbClr val="404040"/>
                </a:solidFill>
                <a:latin typeface="Palatino Linotype"/>
                <a:cs typeface="Palatino Linotype"/>
              </a:rPr>
              <a:t> </a:t>
            </a:r>
            <a:r>
              <a:rPr sz="2100" spc="8" dirty="0">
                <a:solidFill>
                  <a:srgbClr val="404040"/>
                </a:solidFill>
                <a:latin typeface="Palatino Linotype"/>
                <a:cs typeface="Palatino Linotype"/>
              </a:rPr>
              <a:t>a</a:t>
            </a:r>
            <a:r>
              <a:rPr sz="2100" spc="217" dirty="0">
                <a:solidFill>
                  <a:srgbClr val="404040"/>
                </a:solidFill>
                <a:latin typeface="Palatino Linotype"/>
                <a:cs typeface="Palatino Linotype"/>
              </a:rPr>
              <a:t> </a:t>
            </a:r>
            <a:r>
              <a:rPr sz="2100" spc="-83" dirty="0">
                <a:solidFill>
                  <a:srgbClr val="404040"/>
                </a:solidFill>
                <a:latin typeface="Palatino Linotype"/>
                <a:cs typeface="Palatino Linotype"/>
              </a:rPr>
              <a:t>d</a:t>
            </a:r>
            <a:r>
              <a:rPr sz="2100" spc="-8" dirty="0">
                <a:solidFill>
                  <a:srgbClr val="404040"/>
                </a:solidFill>
                <a:latin typeface="Palatino Linotype"/>
                <a:cs typeface="Palatino Linotype"/>
              </a:rPr>
              <a:t>i</a:t>
            </a:r>
            <a:r>
              <a:rPr sz="2100" spc="-38" dirty="0">
                <a:solidFill>
                  <a:srgbClr val="404040"/>
                </a:solidFill>
                <a:latin typeface="Palatino Linotype"/>
                <a:cs typeface="Palatino Linotype"/>
              </a:rPr>
              <a:t>s</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r</a:t>
            </a:r>
            <a:r>
              <a:rPr sz="2100" spc="-8" dirty="0">
                <a:solidFill>
                  <a:srgbClr val="404040"/>
                </a:solidFill>
                <a:latin typeface="Palatino Linotype"/>
                <a:cs typeface="Palatino Linotype"/>
              </a:rPr>
              <a:t>i</a:t>
            </a:r>
            <a:r>
              <a:rPr sz="2100" spc="45" dirty="0">
                <a:solidFill>
                  <a:srgbClr val="404040"/>
                </a:solidFill>
                <a:latin typeface="Palatino Linotype"/>
                <a:cs typeface="Palatino Linotype"/>
              </a:rPr>
              <a:t>b</a:t>
            </a:r>
            <a:r>
              <a:rPr sz="2100" spc="-68" dirty="0">
                <a:solidFill>
                  <a:srgbClr val="404040"/>
                </a:solidFill>
                <a:latin typeface="Palatino Linotype"/>
                <a:cs typeface="Palatino Linotype"/>
              </a:rPr>
              <a:t>u</a:t>
            </a:r>
            <a:r>
              <a:rPr sz="2100" spc="158" dirty="0">
                <a:solidFill>
                  <a:srgbClr val="404040"/>
                </a:solidFill>
                <a:latin typeface="Palatino Linotype"/>
                <a:cs typeface="Palatino Linotype"/>
              </a:rPr>
              <a:t>t</a:t>
            </a:r>
            <a:r>
              <a:rPr sz="2100" spc="-8" dirty="0">
                <a:solidFill>
                  <a:srgbClr val="404040"/>
                </a:solidFill>
                <a:latin typeface="Palatino Linotype"/>
                <a:cs typeface="Palatino Linotype"/>
              </a:rPr>
              <a:t>i</a:t>
            </a:r>
            <a:r>
              <a:rPr sz="2100" spc="-53" dirty="0">
                <a:solidFill>
                  <a:srgbClr val="404040"/>
                </a:solidFill>
                <a:latin typeface="Palatino Linotype"/>
                <a:cs typeface="Palatino Linotype"/>
              </a:rPr>
              <a:t>o</a:t>
            </a:r>
            <a:r>
              <a:rPr sz="2100" spc="-15" dirty="0">
                <a:solidFill>
                  <a:srgbClr val="404040"/>
                </a:solidFill>
                <a:latin typeface="Palatino Linotype"/>
                <a:cs typeface="Palatino Linotype"/>
              </a:rPr>
              <a:t>n</a:t>
            </a:r>
            <a:r>
              <a:rPr sz="2100" spc="210" dirty="0">
                <a:solidFill>
                  <a:srgbClr val="404040"/>
                </a:solidFill>
                <a:latin typeface="Palatino Linotype"/>
                <a:cs typeface="Palatino Linotype"/>
              </a:rPr>
              <a:t> </a:t>
            </a:r>
            <a:r>
              <a:rPr sz="2100" spc="-53" dirty="0">
                <a:solidFill>
                  <a:srgbClr val="404040"/>
                </a:solidFill>
                <a:latin typeface="Palatino Linotype"/>
                <a:cs typeface="Palatino Linotype"/>
              </a:rPr>
              <a:t>o</a:t>
            </a:r>
            <a:r>
              <a:rPr sz="2100" spc="-15" dirty="0">
                <a:solidFill>
                  <a:srgbClr val="404040"/>
                </a:solidFill>
                <a:latin typeface="Palatino Linotype"/>
                <a:cs typeface="Palatino Linotype"/>
              </a:rPr>
              <a:t>n</a:t>
            </a:r>
            <a:r>
              <a:rPr sz="2100" spc="210" dirty="0">
                <a:solidFill>
                  <a:srgbClr val="404040"/>
                </a:solidFill>
                <a:latin typeface="Palatino Linotype"/>
                <a:cs typeface="Palatino Linotype"/>
              </a:rPr>
              <a:t> </a:t>
            </a:r>
            <a:r>
              <a:rPr sz="2100" spc="-38" dirty="0">
                <a:solidFill>
                  <a:srgbClr val="404040"/>
                </a:solidFill>
                <a:latin typeface="Palatino Linotype"/>
                <a:cs typeface="Palatino Linotype"/>
              </a:rPr>
              <a:t>f</a:t>
            </a:r>
            <a:r>
              <a:rPr sz="2100" spc="-8" dirty="0">
                <a:solidFill>
                  <a:srgbClr val="404040"/>
                </a:solidFill>
                <a:latin typeface="Palatino Linotype"/>
                <a:cs typeface="Palatino Linotype"/>
              </a:rPr>
              <a:t>i</a:t>
            </a:r>
            <a:r>
              <a:rPr sz="2100" spc="68" dirty="0">
                <a:solidFill>
                  <a:srgbClr val="404040"/>
                </a:solidFill>
                <a:latin typeface="Palatino Linotype"/>
                <a:cs typeface="Palatino Linotype"/>
              </a:rPr>
              <a:t>x</a:t>
            </a:r>
            <a:r>
              <a:rPr sz="2100" spc="-38" dirty="0">
                <a:solidFill>
                  <a:srgbClr val="404040"/>
                </a:solidFill>
                <a:latin typeface="Palatino Linotype"/>
                <a:cs typeface="Palatino Linotype"/>
              </a:rPr>
              <a:t>e</a:t>
            </a:r>
            <a:r>
              <a:rPr sz="2100" spc="-83" dirty="0">
                <a:solidFill>
                  <a:srgbClr val="404040"/>
                </a:solidFill>
                <a:latin typeface="Palatino Linotype"/>
                <a:cs typeface="Palatino Linotype"/>
              </a:rPr>
              <a:t>d</a:t>
            </a:r>
            <a:r>
              <a:rPr sz="2100" spc="210" dirty="0">
                <a:solidFill>
                  <a:srgbClr val="404040"/>
                </a:solidFill>
                <a:latin typeface="Palatino Linotype"/>
                <a:cs typeface="Palatino Linotype"/>
              </a:rPr>
              <a:t> </a:t>
            </a:r>
            <a:r>
              <a:rPr sz="2100" spc="-15" dirty="0">
                <a:solidFill>
                  <a:srgbClr val="404040"/>
                </a:solidFill>
                <a:latin typeface="Palatino Linotype"/>
                <a:cs typeface="Palatino Linotype"/>
              </a:rPr>
              <a:t>n</a:t>
            </a:r>
            <a:r>
              <a:rPr sz="2100" spc="-68" dirty="0">
                <a:solidFill>
                  <a:srgbClr val="404040"/>
                </a:solidFill>
                <a:latin typeface="Palatino Linotype"/>
                <a:cs typeface="Palatino Linotype"/>
              </a:rPr>
              <a:t>u</a:t>
            </a:r>
            <a:r>
              <a:rPr sz="2100" spc="-30" dirty="0">
                <a:solidFill>
                  <a:srgbClr val="404040"/>
                </a:solidFill>
                <a:latin typeface="Palatino Linotype"/>
                <a:cs typeface="Palatino Linotype"/>
              </a:rPr>
              <a:t>m</a:t>
            </a:r>
            <a:r>
              <a:rPr sz="2100" spc="45" dirty="0">
                <a:solidFill>
                  <a:srgbClr val="404040"/>
                </a:solidFill>
                <a:latin typeface="Palatino Linotype"/>
                <a:cs typeface="Palatino Linotype"/>
              </a:rPr>
              <a:t>b</a:t>
            </a:r>
            <a:r>
              <a:rPr sz="2100" spc="-38" dirty="0">
                <a:solidFill>
                  <a:srgbClr val="404040"/>
                </a:solidFill>
                <a:latin typeface="Palatino Linotype"/>
                <a:cs typeface="Palatino Linotype"/>
              </a:rPr>
              <a:t>e</a:t>
            </a:r>
            <a:r>
              <a:rPr sz="2100" spc="15" dirty="0">
                <a:solidFill>
                  <a:srgbClr val="404040"/>
                </a:solidFill>
                <a:latin typeface="Palatino Linotype"/>
                <a:cs typeface="Palatino Linotype"/>
              </a:rPr>
              <a:t>r</a:t>
            </a:r>
            <a:r>
              <a:rPr sz="2100" spc="210" dirty="0">
                <a:solidFill>
                  <a:srgbClr val="404040"/>
                </a:solidFill>
                <a:latin typeface="Palatino Linotype"/>
                <a:cs typeface="Palatino Linotype"/>
              </a:rPr>
              <a:t> </a:t>
            </a:r>
            <a:r>
              <a:rPr sz="2100" spc="-53" dirty="0">
                <a:solidFill>
                  <a:srgbClr val="404040"/>
                </a:solidFill>
                <a:latin typeface="Palatino Linotype"/>
                <a:cs typeface="Palatino Linotype"/>
              </a:rPr>
              <a:t>o</a:t>
            </a:r>
            <a:r>
              <a:rPr sz="2100" spc="-38" dirty="0">
                <a:solidFill>
                  <a:srgbClr val="404040"/>
                </a:solidFill>
                <a:latin typeface="Palatino Linotype"/>
                <a:cs typeface="Palatino Linotype"/>
              </a:rPr>
              <a:t>f</a:t>
            </a:r>
            <a:r>
              <a:rPr sz="2100" spc="210" dirty="0">
                <a:solidFill>
                  <a:srgbClr val="404040"/>
                </a:solidFill>
                <a:latin typeface="Palatino Linotype"/>
                <a:cs typeface="Palatino Linotype"/>
              </a:rPr>
              <a:t> </a:t>
            </a:r>
            <a:r>
              <a:rPr sz="2100" spc="38" dirty="0">
                <a:solidFill>
                  <a:srgbClr val="404040"/>
                </a:solidFill>
                <a:latin typeface="Palatino Linotype"/>
                <a:cs typeface="Palatino Linotype"/>
              </a:rPr>
              <a:t>c</a:t>
            </a:r>
            <a:r>
              <a:rPr sz="2100" spc="-8" dirty="0">
                <a:solidFill>
                  <a:srgbClr val="404040"/>
                </a:solidFill>
                <a:latin typeface="Palatino Linotype"/>
                <a:cs typeface="Palatino Linotype"/>
              </a:rPr>
              <a:t>l</a:t>
            </a:r>
            <a:r>
              <a:rPr sz="2100" spc="15" dirty="0">
                <a:solidFill>
                  <a:srgbClr val="404040"/>
                </a:solidFill>
                <a:latin typeface="Palatino Linotype"/>
                <a:cs typeface="Palatino Linotype"/>
              </a:rPr>
              <a:t>a</a:t>
            </a:r>
            <a:r>
              <a:rPr sz="2100" spc="-38" dirty="0">
                <a:solidFill>
                  <a:srgbClr val="404040"/>
                </a:solidFill>
                <a:latin typeface="Palatino Linotype"/>
                <a:cs typeface="Palatino Linotype"/>
              </a:rPr>
              <a:t>sses</a:t>
            </a:r>
            <a:r>
              <a:rPr sz="2100" spc="75" dirty="0">
                <a:solidFill>
                  <a:srgbClr val="404040"/>
                </a:solidFill>
                <a:latin typeface="Palatino Linotype"/>
                <a:cs typeface="Palatino Linotype"/>
              </a:rPr>
              <a:t>.</a:t>
            </a:r>
            <a:endParaRPr sz="2100" dirty="0">
              <a:latin typeface="Palatino Linotype"/>
              <a:cs typeface="Palatino Linotype"/>
            </a:endParaRPr>
          </a:p>
          <a:p>
            <a:pPr marL="2076450" lvl="2" indent="-685800">
              <a:spcBef>
                <a:spcPts val="720"/>
              </a:spcBef>
              <a:buClr>
                <a:srgbClr val="E38312"/>
              </a:buClr>
              <a:buFont typeface="Palatino Linotype"/>
              <a:buAutoNum type="arabicPeriod"/>
              <a:tabLst>
                <a:tab pos="2076450" algn="l"/>
              </a:tabLst>
            </a:pPr>
            <a:r>
              <a:rPr sz="2025" spc="143" dirty="0">
                <a:solidFill>
                  <a:srgbClr val="404040"/>
                </a:solidFill>
                <a:latin typeface="Palatino Linotype"/>
                <a:cs typeface="Palatino Linotype"/>
              </a:rPr>
              <a:t>S</a:t>
            </a:r>
            <a:r>
              <a:rPr sz="2025" spc="8" dirty="0">
                <a:solidFill>
                  <a:srgbClr val="404040"/>
                </a:solidFill>
                <a:latin typeface="Palatino Linotype"/>
                <a:cs typeface="Palatino Linotype"/>
              </a:rPr>
              <a:t>e</a:t>
            </a:r>
            <a:r>
              <a:rPr sz="2025" spc="15" dirty="0">
                <a:solidFill>
                  <a:srgbClr val="404040"/>
                </a:solidFill>
                <a:latin typeface="Palatino Linotype"/>
                <a:cs typeface="Palatino Linotype"/>
              </a:rPr>
              <a:t>q</a:t>
            </a:r>
            <a:r>
              <a:rPr sz="2025" spc="-15" dirty="0">
                <a:solidFill>
                  <a:srgbClr val="404040"/>
                </a:solidFill>
                <a:latin typeface="Palatino Linotype"/>
                <a:cs typeface="Palatino Linotype"/>
              </a:rPr>
              <a:t>u</a:t>
            </a:r>
            <a:r>
              <a:rPr sz="2025" spc="8" dirty="0">
                <a:solidFill>
                  <a:srgbClr val="404040"/>
                </a:solidFill>
                <a:latin typeface="Palatino Linotype"/>
                <a:cs typeface="Palatino Linotype"/>
              </a:rPr>
              <a:t>e</a:t>
            </a:r>
            <a:r>
              <a:rPr sz="2025" spc="30" dirty="0">
                <a:solidFill>
                  <a:srgbClr val="404040"/>
                </a:solidFill>
                <a:latin typeface="Palatino Linotype"/>
                <a:cs typeface="Palatino Linotype"/>
              </a:rPr>
              <a:t>n</a:t>
            </a:r>
            <a:r>
              <a:rPr sz="2025" spc="75" dirty="0">
                <a:solidFill>
                  <a:srgbClr val="404040"/>
                </a:solidFill>
                <a:latin typeface="Palatino Linotype"/>
                <a:cs typeface="Palatino Linotype"/>
              </a:rPr>
              <a:t>c</a:t>
            </a:r>
            <a:r>
              <a:rPr sz="2025" dirty="0">
                <a:solidFill>
                  <a:srgbClr val="404040"/>
                </a:solidFill>
                <a:latin typeface="Palatino Linotype"/>
                <a:cs typeface="Palatino Linotype"/>
              </a:rPr>
              <a:t>e</a:t>
            </a:r>
            <a:r>
              <a:rPr sz="2025" spc="233" dirty="0">
                <a:solidFill>
                  <a:srgbClr val="404040"/>
                </a:solidFill>
                <a:latin typeface="Palatino Linotype"/>
                <a:cs typeface="Palatino Linotype"/>
              </a:rPr>
              <a:t> </a:t>
            </a:r>
            <a:r>
              <a:rPr sz="2025" spc="75" dirty="0">
                <a:solidFill>
                  <a:srgbClr val="404040"/>
                </a:solidFill>
                <a:latin typeface="Palatino Linotype"/>
                <a:cs typeface="Palatino Linotype"/>
              </a:rPr>
              <a:t>c</a:t>
            </a:r>
            <a:r>
              <a:rPr sz="2025" spc="-8" dirty="0">
                <a:solidFill>
                  <a:srgbClr val="404040"/>
                </a:solidFill>
                <a:latin typeface="Palatino Linotype"/>
                <a:cs typeface="Palatino Linotype"/>
              </a:rPr>
              <a:t>o</a:t>
            </a:r>
            <a:r>
              <a:rPr sz="2025" spc="-15" dirty="0">
                <a:solidFill>
                  <a:srgbClr val="404040"/>
                </a:solidFill>
                <a:latin typeface="Palatino Linotype"/>
                <a:cs typeface="Palatino Linotype"/>
              </a:rPr>
              <a:t>u</a:t>
            </a:r>
            <a:r>
              <a:rPr sz="2025" spc="15" dirty="0">
                <a:solidFill>
                  <a:srgbClr val="404040"/>
                </a:solidFill>
                <a:latin typeface="Palatino Linotype"/>
                <a:cs typeface="Palatino Linotype"/>
              </a:rPr>
              <a:t>l</a:t>
            </a:r>
            <a:r>
              <a:rPr sz="2025" spc="-30" dirty="0">
                <a:solidFill>
                  <a:srgbClr val="404040"/>
                </a:solidFill>
                <a:latin typeface="Palatino Linotype"/>
                <a:cs typeface="Palatino Linotype"/>
              </a:rPr>
              <a:t>d</a:t>
            </a:r>
            <a:r>
              <a:rPr sz="2025" spc="233" dirty="0">
                <a:solidFill>
                  <a:srgbClr val="404040"/>
                </a:solidFill>
                <a:latin typeface="Palatino Linotype"/>
                <a:cs typeface="Palatino Linotype"/>
              </a:rPr>
              <a:t> </a:t>
            </a:r>
            <a:r>
              <a:rPr sz="2025" spc="83" dirty="0">
                <a:solidFill>
                  <a:srgbClr val="404040"/>
                </a:solidFill>
                <a:latin typeface="Palatino Linotype"/>
                <a:cs typeface="Palatino Linotype"/>
              </a:rPr>
              <a:t>b</a:t>
            </a:r>
            <a:r>
              <a:rPr sz="2025" spc="8" dirty="0">
                <a:solidFill>
                  <a:srgbClr val="404040"/>
                </a:solidFill>
                <a:latin typeface="Palatino Linotype"/>
                <a:cs typeface="Palatino Linotype"/>
              </a:rPr>
              <a:t>e</a:t>
            </a:r>
            <a:r>
              <a:rPr sz="2025" spc="98" dirty="0">
                <a:solidFill>
                  <a:srgbClr val="404040"/>
                </a:solidFill>
                <a:latin typeface="Palatino Linotype"/>
                <a:cs typeface="Palatino Linotype"/>
              </a:rPr>
              <a:t>:</a:t>
            </a:r>
            <a:endParaRPr sz="2025" dirty="0">
              <a:latin typeface="Palatino Linotype"/>
              <a:cs typeface="Palatino Linotype"/>
            </a:endParaRPr>
          </a:p>
          <a:p>
            <a:pPr marL="2762250" marR="7620" lvl="3" indent="-685800">
              <a:lnSpc>
                <a:spcPts val="2265"/>
              </a:lnSpc>
              <a:spcBef>
                <a:spcPts val="945"/>
              </a:spcBef>
              <a:buClr>
                <a:srgbClr val="E38312"/>
              </a:buClr>
              <a:buFont typeface="Palatino Linotype"/>
              <a:buAutoNum type="arabicPeriod"/>
              <a:tabLst>
                <a:tab pos="2762250" algn="l"/>
              </a:tabLst>
            </a:pPr>
            <a:r>
              <a:rPr sz="2100" spc="113" dirty="0">
                <a:solidFill>
                  <a:srgbClr val="404040"/>
                </a:solidFill>
                <a:latin typeface="Palatino Linotype"/>
                <a:cs typeface="Palatino Linotype"/>
              </a:rPr>
              <a:t>"</a:t>
            </a:r>
            <a:r>
              <a:rPr sz="2100" spc="15" dirty="0">
                <a:solidFill>
                  <a:srgbClr val="404040"/>
                </a:solidFill>
                <a:latin typeface="Palatino Linotype"/>
                <a:cs typeface="Palatino Linotype"/>
              </a:rPr>
              <a:t>I</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80" dirty="0">
                <a:solidFill>
                  <a:srgbClr val="404040"/>
                </a:solidFill>
                <a:latin typeface="Palatino Linotype"/>
                <a:cs typeface="Palatino Linotype"/>
              </a:rPr>
              <a:t>w</a:t>
            </a:r>
            <a:r>
              <a:rPr sz="2100" spc="217"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y</a:t>
            </a:r>
            <a:r>
              <a:rPr sz="2100" spc="-53" dirty="0">
                <a:solidFill>
                  <a:srgbClr val="404040"/>
                </a:solidFill>
                <a:latin typeface="Palatino Linotype"/>
                <a:cs typeface="Palatino Linotype"/>
              </a:rPr>
              <a:t>o</a:t>
            </a:r>
            <a:r>
              <a:rPr sz="2100" spc="-68" dirty="0">
                <a:solidFill>
                  <a:srgbClr val="404040"/>
                </a:solidFill>
                <a:latin typeface="Palatino Linotype"/>
                <a:cs typeface="Palatino Linotype"/>
              </a:rPr>
              <a:t>u</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80" dirty="0">
                <a:solidFill>
                  <a:srgbClr val="404040"/>
                </a:solidFill>
                <a:latin typeface="Palatino Linotype"/>
                <a:cs typeface="Palatino Linotype"/>
              </a:rPr>
              <a:t>w</a:t>
            </a:r>
            <a:r>
              <a:rPr sz="2100" spc="217"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15" dirty="0">
                <a:solidFill>
                  <a:srgbClr val="404040"/>
                </a:solidFill>
                <a:latin typeface="Palatino Linotype"/>
                <a:cs typeface="Palatino Linotype"/>
              </a:rPr>
              <a:t>I</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80" dirty="0">
                <a:solidFill>
                  <a:srgbClr val="404040"/>
                </a:solidFill>
                <a:latin typeface="Palatino Linotype"/>
                <a:cs typeface="Palatino Linotype"/>
              </a:rPr>
              <a:t>w</a:t>
            </a:r>
            <a:r>
              <a:rPr sz="2100" spc="217"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y</a:t>
            </a:r>
            <a:r>
              <a:rPr sz="2100" spc="-53" dirty="0">
                <a:solidFill>
                  <a:srgbClr val="404040"/>
                </a:solidFill>
                <a:latin typeface="Palatino Linotype"/>
                <a:cs typeface="Palatino Linotype"/>
              </a:rPr>
              <a:t>o</a:t>
            </a:r>
            <a:r>
              <a:rPr sz="2100" spc="-68" dirty="0">
                <a:solidFill>
                  <a:srgbClr val="404040"/>
                </a:solidFill>
                <a:latin typeface="Palatino Linotype"/>
                <a:cs typeface="Palatino Linotype"/>
              </a:rPr>
              <a:t>u</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80" dirty="0">
                <a:solidFill>
                  <a:srgbClr val="404040"/>
                </a:solidFill>
                <a:latin typeface="Palatino Linotype"/>
                <a:cs typeface="Palatino Linotype"/>
              </a:rPr>
              <a:t>w</a:t>
            </a:r>
            <a:r>
              <a:rPr sz="2100" spc="217"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15" dirty="0">
                <a:solidFill>
                  <a:srgbClr val="404040"/>
                </a:solidFill>
                <a:latin typeface="Palatino Linotype"/>
                <a:cs typeface="Palatino Linotype"/>
              </a:rPr>
              <a:t>I</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80" dirty="0">
                <a:solidFill>
                  <a:srgbClr val="404040"/>
                </a:solidFill>
                <a:latin typeface="Palatino Linotype"/>
                <a:cs typeface="Palatino Linotype"/>
              </a:rPr>
              <a:t>w</a:t>
            </a:r>
            <a:r>
              <a:rPr sz="2100" spc="217"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8" dirty="0">
                <a:solidFill>
                  <a:srgbClr val="404040"/>
                </a:solidFill>
                <a:latin typeface="Palatino Linotype"/>
                <a:cs typeface="Palatino Linotype"/>
              </a:rPr>
              <a:t>t</a:t>
            </a:r>
            <a:r>
              <a:rPr sz="2100" spc="120" dirty="0">
                <a:solidFill>
                  <a:srgbClr val="404040"/>
                </a:solidFill>
                <a:latin typeface="Palatino Linotype"/>
                <a:cs typeface="Palatino Linotype"/>
              </a:rPr>
              <a:t> </a:t>
            </a:r>
            <a:r>
              <a:rPr sz="2025" spc="30" dirty="0">
                <a:solidFill>
                  <a:srgbClr val="404040"/>
                </a:solidFill>
                <a:latin typeface="Palatino Linotype"/>
                <a:cs typeface="Palatino Linotype"/>
              </a:rPr>
              <a:t>y</a:t>
            </a:r>
            <a:r>
              <a:rPr sz="2025" spc="-8" dirty="0">
                <a:solidFill>
                  <a:srgbClr val="404040"/>
                </a:solidFill>
                <a:latin typeface="Palatino Linotype"/>
                <a:cs typeface="Palatino Linotype"/>
              </a:rPr>
              <a:t>o</a:t>
            </a:r>
            <a:r>
              <a:rPr sz="2025" spc="-15" dirty="0">
                <a:solidFill>
                  <a:srgbClr val="404040"/>
                </a:solidFill>
                <a:latin typeface="Palatino Linotype"/>
                <a:cs typeface="Palatino Linotype"/>
              </a:rPr>
              <a:t>u</a:t>
            </a:r>
            <a:r>
              <a:rPr sz="2025" spc="233" dirty="0">
                <a:solidFill>
                  <a:srgbClr val="404040"/>
                </a:solidFill>
                <a:latin typeface="Palatino Linotype"/>
                <a:cs typeface="Palatino Linotype"/>
              </a:rPr>
              <a:t> </a:t>
            </a:r>
            <a:r>
              <a:rPr sz="2025" spc="30" dirty="0">
                <a:solidFill>
                  <a:srgbClr val="404040"/>
                </a:solidFill>
                <a:latin typeface="Palatino Linotype"/>
                <a:cs typeface="Palatino Linotype"/>
              </a:rPr>
              <a:t>kn</a:t>
            </a:r>
            <a:r>
              <a:rPr sz="2025" spc="-8" dirty="0">
                <a:solidFill>
                  <a:srgbClr val="404040"/>
                </a:solidFill>
                <a:latin typeface="Palatino Linotype"/>
                <a:cs typeface="Palatino Linotype"/>
              </a:rPr>
              <a:t>o</a:t>
            </a:r>
            <a:r>
              <a:rPr sz="2025" spc="-120" dirty="0">
                <a:solidFill>
                  <a:srgbClr val="404040"/>
                </a:solidFill>
                <a:latin typeface="Palatino Linotype"/>
                <a:cs typeface="Palatino Linotype"/>
              </a:rPr>
              <a:t>w</a:t>
            </a:r>
            <a:r>
              <a:rPr sz="2025" spc="233" dirty="0">
                <a:solidFill>
                  <a:srgbClr val="404040"/>
                </a:solidFill>
                <a:latin typeface="Palatino Linotype"/>
                <a:cs typeface="Palatino Linotype"/>
              </a:rPr>
              <a:t> </a:t>
            </a:r>
            <a:r>
              <a:rPr sz="2025" spc="180" dirty="0">
                <a:solidFill>
                  <a:srgbClr val="404040"/>
                </a:solidFill>
                <a:latin typeface="Palatino Linotype"/>
                <a:cs typeface="Palatino Linotype"/>
              </a:rPr>
              <a:t>t</a:t>
            </a:r>
            <a:r>
              <a:rPr sz="2025" spc="30" dirty="0">
                <a:solidFill>
                  <a:srgbClr val="404040"/>
                </a:solidFill>
                <a:latin typeface="Palatino Linotype"/>
                <a:cs typeface="Palatino Linotype"/>
              </a:rPr>
              <a:t>h</a:t>
            </a:r>
            <a:r>
              <a:rPr sz="2025" spc="53" dirty="0">
                <a:solidFill>
                  <a:srgbClr val="404040"/>
                </a:solidFill>
                <a:latin typeface="Palatino Linotype"/>
                <a:cs typeface="Palatino Linotype"/>
              </a:rPr>
              <a:t>a</a:t>
            </a:r>
            <a:r>
              <a:rPr sz="2025" spc="180" dirty="0">
                <a:solidFill>
                  <a:srgbClr val="404040"/>
                </a:solidFill>
                <a:latin typeface="Palatino Linotype"/>
                <a:cs typeface="Palatino Linotype"/>
              </a:rPr>
              <a:t>t</a:t>
            </a:r>
            <a:r>
              <a:rPr sz="2025" spc="233" dirty="0">
                <a:solidFill>
                  <a:srgbClr val="404040"/>
                </a:solidFill>
                <a:latin typeface="Palatino Linotype"/>
                <a:cs typeface="Palatino Linotype"/>
              </a:rPr>
              <a:t> </a:t>
            </a:r>
            <a:r>
              <a:rPr sz="2025" spc="38" dirty="0">
                <a:solidFill>
                  <a:srgbClr val="404040"/>
                </a:solidFill>
                <a:latin typeface="Palatino Linotype"/>
                <a:cs typeface="Palatino Linotype"/>
              </a:rPr>
              <a:t>I</a:t>
            </a:r>
            <a:r>
              <a:rPr sz="2025" spc="233" dirty="0">
                <a:solidFill>
                  <a:srgbClr val="404040"/>
                </a:solidFill>
                <a:latin typeface="Palatino Linotype"/>
                <a:cs typeface="Palatino Linotype"/>
              </a:rPr>
              <a:t> </a:t>
            </a:r>
            <a:r>
              <a:rPr sz="2025" spc="30" dirty="0">
                <a:solidFill>
                  <a:srgbClr val="404040"/>
                </a:solidFill>
                <a:latin typeface="Palatino Linotype"/>
                <a:cs typeface="Palatino Linotype"/>
              </a:rPr>
              <a:t>kn</a:t>
            </a:r>
            <a:r>
              <a:rPr sz="2025" spc="-8" dirty="0">
                <a:solidFill>
                  <a:srgbClr val="404040"/>
                </a:solidFill>
                <a:latin typeface="Palatino Linotype"/>
                <a:cs typeface="Palatino Linotype"/>
              </a:rPr>
              <a:t>o</a:t>
            </a:r>
            <a:r>
              <a:rPr sz="2025" spc="-120" dirty="0">
                <a:solidFill>
                  <a:srgbClr val="404040"/>
                </a:solidFill>
                <a:latin typeface="Palatino Linotype"/>
                <a:cs typeface="Palatino Linotype"/>
              </a:rPr>
              <a:t>w</a:t>
            </a:r>
            <a:r>
              <a:rPr sz="2025" spc="233" dirty="0">
                <a:solidFill>
                  <a:srgbClr val="404040"/>
                </a:solidFill>
                <a:latin typeface="Palatino Linotype"/>
                <a:cs typeface="Palatino Linotype"/>
              </a:rPr>
              <a:t> </a:t>
            </a:r>
            <a:r>
              <a:rPr sz="2025" spc="180" dirty="0">
                <a:solidFill>
                  <a:srgbClr val="404040"/>
                </a:solidFill>
                <a:latin typeface="Palatino Linotype"/>
                <a:cs typeface="Palatino Linotype"/>
              </a:rPr>
              <a:t>t</a:t>
            </a:r>
            <a:r>
              <a:rPr sz="2025" spc="30" dirty="0">
                <a:solidFill>
                  <a:srgbClr val="404040"/>
                </a:solidFill>
                <a:latin typeface="Palatino Linotype"/>
                <a:cs typeface="Palatino Linotype"/>
              </a:rPr>
              <a:t>h</a:t>
            </a:r>
            <a:r>
              <a:rPr sz="2025" spc="53" dirty="0">
                <a:solidFill>
                  <a:srgbClr val="404040"/>
                </a:solidFill>
                <a:latin typeface="Palatino Linotype"/>
                <a:cs typeface="Palatino Linotype"/>
              </a:rPr>
              <a:t>a</a:t>
            </a:r>
            <a:r>
              <a:rPr sz="2025" spc="180" dirty="0">
                <a:solidFill>
                  <a:srgbClr val="404040"/>
                </a:solidFill>
                <a:latin typeface="Palatino Linotype"/>
                <a:cs typeface="Palatino Linotype"/>
              </a:rPr>
              <a:t>t</a:t>
            </a:r>
            <a:r>
              <a:rPr sz="2025" spc="233" dirty="0">
                <a:solidFill>
                  <a:srgbClr val="404040"/>
                </a:solidFill>
                <a:latin typeface="Palatino Linotype"/>
                <a:cs typeface="Palatino Linotype"/>
              </a:rPr>
              <a:t> </a:t>
            </a:r>
            <a:r>
              <a:rPr sz="2025" spc="30" dirty="0">
                <a:solidFill>
                  <a:srgbClr val="404040"/>
                </a:solidFill>
                <a:latin typeface="Palatino Linotype"/>
                <a:cs typeface="Palatino Linotype"/>
              </a:rPr>
              <a:t>y</a:t>
            </a:r>
            <a:r>
              <a:rPr sz="2025" spc="-8" dirty="0">
                <a:solidFill>
                  <a:srgbClr val="404040"/>
                </a:solidFill>
                <a:latin typeface="Palatino Linotype"/>
                <a:cs typeface="Palatino Linotype"/>
              </a:rPr>
              <a:t>o</a:t>
            </a:r>
            <a:r>
              <a:rPr sz="2025" spc="-15" dirty="0">
                <a:solidFill>
                  <a:srgbClr val="404040"/>
                </a:solidFill>
                <a:latin typeface="Palatino Linotype"/>
                <a:cs typeface="Palatino Linotype"/>
              </a:rPr>
              <a:t>u</a:t>
            </a:r>
            <a:r>
              <a:rPr sz="2025" spc="233" dirty="0">
                <a:solidFill>
                  <a:srgbClr val="404040"/>
                </a:solidFill>
                <a:latin typeface="Palatino Linotype"/>
                <a:cs typeface="Palatino Linotype"/>
              </a:rPr>
              <a:t> </a:t>
            </a:r>
            <a:r>
              <a:rPr sz="2025" spc="30" dirty="0">
                <a:solidFill>
                  <a:srgbClr val="404040"/>
                </a:solidFill>
                <a:latin typeface="Palatino Linotype"/>
                <a:cs typeface="Palatino Linotype"/>
              </a:rPr>
              <a:t>kn</a:t>
            </a:r>
            <a:r>
              <a:rPr sz="2025" spc="-8" dirty="0">
                <a:solidFill>
                  <a:srgbClr val="404040"/>
                </a:solidFill>
                <a:latin typeface="Palatino Linotype"/>
                <a:cs typeface="Palatino Linotype"/>
              </a:rPr>
              <a:t>o</a:t>
            </a:r>
            <a:r>
              <a:rPr sz="2025" spc="-120" dirty="0">
                <a:solidFill>
                  <a:srgbClr val="404040"/>
                </a:solidFill>
                <a:latin typeface="Palatino Linotype"/>
                <a:cs typeface="Palatino Linotype"/>
              </a:rPr>
              <a:t>w</a:t>
            </a:r>
            <a:r>
              <a:rPr sz="2025" spc="233" dirty="0">
                <a:solidFill>
                  <a:srgbClr val="404040"/>
                </a:solidFill>
                <a:latin typeface="Palatino Linotype"/>
                <a:cs typeface="Palatino Linotype"/>
              </a:rPr>
              <a:t> </a:t>
            </a:r>
            <a:r>
              <a:rPr sz="2025" spc="180" dirty="0">
                <a:solidFill>
                  <a:srgbClr val="404040"/>
                </a:solidFill>
                <a:latin typeface="Palatino Linotype"/>
                <a:cs typeface="Palatino Linotype"/>
              </a:rPr>
              <a:t>t</a:t>
            </a:r>
            <a:r>
              <a:rPr sz="2025" spc="30" dirty="0">
                <a:solidFill>
                  <a:srgbClr val="404040"/>
                </a:solidFill>
                <a:latin typeface="Palatino Linotype"/>
                <a:cs typeface="Palatino Linotype"/>
              </a:rPr>
              <a:t>h</a:t>
            </a:r>
            <a:r>
              <a:rPr sz="2025" spc="53" dirty="0">
                <a:solidFill>
                  <a:srgbClr val="404040"/>
                </a:solidFill>
                <a:latin typeface="Palatino Linotype"/>
                <a:cs typeface="Palatino Linotype"/>
              </a:rPr>
              <a:t>a</a:t>
            </a:r>
            <a:r>
              <a:rPr sz="2025" spc="180" dirty="0">
                <a:solidFill>
                  <a:srgbClr val="404040"/>
                </a:solidFill>
                <a:latin typeface="Palatino Linotype"/>
                <a:cs typeface="Palatino Linotype"/>
              </a:rPr>
              <a:t>t</a:t>
            </a:r>
            <a:r>
              <a:rPr sz="2025" spc="233" dirty="0">
                <a:solidFill>
                  <a:srgbClr val="404040"/>
                </a:solidFill>
                <a:latin typeface="Palatino Linotype"/>
                <a:cs typeface="Palatino Linotype"/>
              </a:rPr>
              <a:t> </a:t>
            </a:r>
            <a:r>
              <a:rPr sz="2025" spc="38" dirty="0">
                <a:solidFill>
                  <a:srgbClr val="404040"/>
                </a:solidFill>
                <a:latin typeface="Palatino Linotype"/>
                <a:cs typeface="Palatino Linotype"/>
              </a:rPr>
              <a:t>I</a:t>
            </a:r>
            <a:r>
              <a:rPr sz="2025" spc="233" dirty="0">
                <a:solidFill>
                  <a:srgbClr val="404040"/>
                </a:solidFill>
                <a:latin typeface="Palatino Linotype"/>
                <a:cs typeface="Palatino Linotype"/>
              </a:rPr>
              <a:t> </a:t>
            </a:r>
            <a:r>
              <a:rPr sz="2025" spc="30" dirty="0">
                <a:solidFill>
                  <a:srgbClr val="404040"/>
                </a:solidFill>
                <a:latin typeface="Palatino Linotype"/>
                <a:cs typeface="Palatino Linotype"/>
              </a:rPr>
              <a:t>kn</a:t>
            </a:r>
            <a:r>
              <a:rPr sz="2025" spc="-8" dirty="0">
                <a:solidFill>
                  <a:srgbClr val="404040"/>
                </a:solidFill>
                <a:latin typeface="Palatino Linotype"/>
                <a:cs typeface="Palatino Linotype"/>
              </a:rPr>
              <a:t>o</a:t>
            </a:r>
            <a:r>
              <a:rPr sz="2025" spc="-120" dirty="0">
                <a:solidFill>
                  <a:srgbClr val="404040"/>
                </a:solidFill>
                <a:latin typeface="Palatino Linotype"/>
                <a:cs typeface="Palatino Linotype"/>
              </a:rPr>
              <a:t>w</a:t>
            </a:r>
            <a:r>
              <a:rPr sz="2025" spc="233" dirty="0">
                <a:solidFill>
                  <a:srgbClr val="404040"/>
                </a:solidFill>
                <a:latin typeface="Palatino Linotype"/>
                <a:cs typeface="Palatino Linotype"/>
              </a:rPr>
              <a:t> </a:t>
            </a:r>
            <a:r>
              <a:rPr sz="2025" spc="180" dirty="0">
                <a:solidFill>
                  <a:srgbClr val="404040"/>
                </a:solidFill>
                <a:latin typeface="Palatino Linotype"/>
                <a:cs typeface="Palatino Linotype"/>
              </a:rPr>
              <a:t>t</a:t>
            </a:r>
            <a:r>
              <a:rPr sz="2025" spc="30" dirty="0">
                <a:solidFill>
                  <a:srgbClr val="404040"/>
                </a:solidFill>
                <a:latin typeface="Palatino Linotype"/>
                <a:cs typeface="Palatino Linotype"/>
              </a:rPr>
              <a:t>h</a:t>
            </a:r>
            <a:r>
              <a:rPr sz="2025" spc="53" dirty="0">
                <a:solidFill>
                  <a:srgbClr val="404040"/>
                </a:solidFill>
                <a:latin typeface="Palatino Linotype"/>
                <a:cs typeface="Palatino Linotype"/>
              </a:rPr>
              <a:t>a</a:t>
            </a:r>
            <a:r>
              <a:rPr sz="2025" spc="180" dirty="0">
                <a:solidFill>
                  <a:srgbClr val="404040"/>
                </a:solidFill>
                <a:latin typeface="Palatino Linotype"/>
                <a:cs typeface="Palatino Linotype"/>
              </a:rPr>
              <a:t>t</a:t>
            </a:r>
            <a:r>
              <a:rPr sz="2025" spc="233" dirty="0">
                <a:solidFill>
                  <a:srgbClr val="404040"/>
                </a:solidFill>
                <a:latin typeface="Palatino Linotype"/>
                <a:cs typeface="Palatino Linotype"/>
              </a:rPr>
              <a:t> </a:t>
            </a:r>
            <a:r>
              <a:rPr sz="2025" spc="30" dirty="0">
                <a:solidFill>
                  <a:srgbClr val="404040"/>
                </a:solidFill>
                <a:latin typeface="Palatino Linotype"/>
                <a:cs typeface="Palatino Linotype"/>
              </a:rPr>
              <a:t>y</a:t>
            </a:r>
            <a:r>
              <a:rPr sz="2025" spc="-8" dirty="0">
                <a:solidFill>
                  <a:srgbClr val="404040"/>
                </a:solidFill>
                <a:latin typeface="Palatino Linotype"/>
                <a:cs typeface="Palatino Linotype"/>
              </a:rPr>
              <a:t>o</a:t>
            </a:r>
            <a:r>
              <a:rPr sz="2025" spc="-15" dirty="0">
                <a:solidFill>
                  <a:srgbClr val="404040"/>
                </a:solidFill>
                <a:latin typeface="Palatino Linotype"/>
                <a:cs typeface="Palatino Linotype"/>
              </a:rPr>
              <a:t>u</a:t>
            </a:r>
            <a:r>
              <a:rPr sz="2025" spc="233" dirty="0">
                <a:solidFill>
                  <a:srgbClr val="404040"/>
                </a:solidFill>
                <a:latin typeface="Palatino Linotype"/>
                <a:cs typeface="Palatino Linotype"/>
              </a:rPr>
              <a:t> </a:t>
            </a:r>
            <a:r>
              <a:rPr sz="2025" spc="30" dirty="0">
                <a:solidFill>
                  <a:srgbClr val="404040"/>
                </a:solidFill>
                <a:latin typeface="Palatino Linotype"/>
                <a:cs typeface="Palatino Linotype"/>
              </a:rPr>
              <a:t>kn</a:t>
            </a:r>
            <a:r>
              <a:rPr sz="2025" spc="-8" dirty="0">
                <a:solidFill>
                  <a:srgbClr val="404040"/>
                </a:solidFill>
                <a:latin typeface="Palatino Linotype"/>
                <a:cs typeface="Palatino Linotype"/>
              </a:rPr>
              <a:t>o</a:t>
            </a:r>
            <a:r>
              <a:rPr sz="2025" spc="-120" dirty="0">
                <a:solidFill>
                  <a:srgbClr val="404040"/>
                </a:solidFill>
                <a:latin typeface="Palatino Linotype"/>
                <a:cs typeface="Palatino Linotype"/>
              </a:rPr>
              <a:t>w</a:t>
            </a:r>
            <a:r>
              <a:rPr sz="2025" spc="-38"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15" dirty="0">
                <a:solidFill>
                  <a:srgbClr val="404040"/>
                </a:solidFill>
                <a:latin typeface="Palatino Linotype"/>
                <a:cs typeface="Palatino Linotype"/>
              </a:rPr>
              <a:t>I</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80" dirty="0">
                <a:solidFill>
                  <a:srgbClr val="404040"/>
                </a:solidFill>
                <a:latin typeface="Palatino Linotype"/>
                <a:cs typeface="Palatino Linotype"/>
              </a:rPr>
              <a:t>w</a:t>
            </a:r>
            <a:r>
              <a:rPr sz="2100" spc="217"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y</a:t>
            </a:r>
            <a:r>
              <a:rPr sz="2100" spc="-53" dirty="0">
                <a:solidFill>
                  <a:srgbClr val="404040"/>
                </a:solidFill>
                <a:latin typeface="Palatino Linotype"/>
                <a:cs typeface="Palatino Linotype"/>
              </a:rPr>
              <a:t>o</a:t>
            </a:r>
            <a:r>
              <a:rPr sz="2100" spc="-68" dirty="0">
                <a:solidFill>
                  <a:srgbClr val="404040"/>
                </a:solidFill>
                <a:latin typeface="Palatino Linotype"/>
                <a:cs typeface="Palatino Linotype"/>
              </a:rPr>
              <a:t>u</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80" dirty="0">
                <a:solidFill>
                  <a:srgbClr val="404040"/>
                </a:solidFill>
                <a:latin typeface="Palatino Linotype"/>
                <a:cs typeface="Palatino Linotype"/>
              </a:rPr>
              <a:t>w</a:t>
            </a:r>
            <a:r>
              <a:rPr sz="2100" spc="217" dirty="0">
                <a:solidFill>
                  <a:srgbClr val="404040"/>
                </a:solidFill>
                <a:latin typeface="Palatino Linotype"/>
                <a:cs typeface="Palatino Linotype"/>
              </a:rPr>
              <a:t> </a:t>
            </a:r>
            <a:r>
              <a:rPr sz="2100" spc="158" dirty="0">
                <a:solidFill>
                  <a:srgbClr val="404040"/>
                </a:solidFill>
                <a:latin typeface="Palatino Linotype"/>
                <a:cs typeface="Palatino Linotype"/>
              </a:rPr>
              <a:t>t</a:t>
            </a:r>
            <a:r>
              <a:rPr sz="2100" spc="-15" dirty="0">
                <a:solidFill>
                  <a:srgbClr val="404040"/>
                </a:solidFill>
                <a:latin typeface="Palatino Linotype"/>
                <a:cs typeface="Palatino Linotype"/>
              </a:rPr>
              <a:t>h</a:t>
            </a:r>
            <a:r>
              <a:rPr sz="2100" spc="15" dirty="0">
                <a:solidFill>
                  <a:srgbClr val="404040"/>
                </a:solidFill>
                <a:latin typeface="Palatino Linotype"/>
                <a:cs typeface="Palatino Linotype"/>
              </a:rPr>
              <a:t>a</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15" dirty="0">
                <a:solidFill>
                  <a:srgbClr val="404040"/>
                </a:solidFill>
                <a:latin typeface="Palatino Linotype"/>
                <a:cs typeface="Palatino Linotype"/>
              </a:rPr>
              <a:t>I</a:t>
            </a:r>
            <a:r>
              <a:rPr sz="2100" spc="210" dirty="0">
                <a:solidFill>
                  <a:srgbClr val="404040"/>
                </a:solidFill>
                <a:latin typeface="Palatino Linotype"/>
                <a:cs typeface="Palatino Linotype"/>
              </a:rPr>
              <a:t> </a:t>
            </a:r>
            <a:r>
              <a:rPr sz="2100" spc="-83" dirty="0">
                <a:solidFill>
                  <a:srgbClr val="404040"/>
                </a:solidFill>
                <a:latin typeface="Palatino Linotype"/>
                <a:cs typeface="Palatino Linotype"/>
              </a:rPr>
              <a:t>d</a:t>
            </a:r>
            <a:r>
              <a:rPr sz="2100" spc="-53" dirty="0">
                <a:solidFill>
                  <a:srgbClr val="404040"/>
                </a:solidFill>
                <a:latin typeface="Palatino Linotype"/>
                <a:cs typeface="Palatino Linotype"/>
              </a:rPr>
              <a:t>o</a:t>
            </a:r>
            <a:r>
              <a:rPr sz="2100" spc="-15" dirty="0">
                <a:solidFill>
                  <a:srgbClr val="404040"/>
                </a:solidFill>
                <a:latin typeface="Palatino Linotype"/>
                <a:cs typeface="Palatino Linotype"/>
              </a:rPr>
              <a:t>n</a:t>
            </a:r>
            <a:r>
              <a:rPr sz="2100" spc="165" dirty="0">
                <a:solidFill>
                  <a:srgbClr val="404040"/>
                </a:solidFill>
                <a:latin typeface="Palatino Linotype"/>
                <a:cs typeface="Palatino Linotype"/>
              </a:rPr>
              <a:t>'</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71" dirty="0">
                <a:solidFill>
                  <a:srgbClr val="404040"/>
                </a:solidFill>
                <a:latin typeface="Palatino Linotype"/>
                <a:cs typeface="Palatino Linotype"/>
              </a:rPr>
              <a:t>w</a:t>
            </a:r>
            <a:r>
              <a:rPr sz="2100" spc="113" dirty="0">
                <a:solidFill>
                  <a:srgbClr val="404040"/>
                </a:solidFill>
                <a:latin typeface="Palatino Linotype"/>
                <a:cs typeface="Palatino Linotype"/>
              </a:rPr>
              <a:t>"</a:t>
            </a:r>
            <a:endParaRPr sz="2100" dirty="0">
              <a:latin typeface="Palatino Linotype"/>
              <a:cs typeface="Palatino Linotype"/>
            </a:endParaRPr>
          </a:p>
          <a:p>
            <a:pPr marL="2762250" lvl="3" indent="-685800">
              <a:spcBef>
                <a:spcPts val="608"/>
              </a:spcBef>
              <a:buClr>
                <a:srgbClr val="E38312"/>
              </a:buClr>
              <a:buFont typeface="Palatino Linotype"/>
              <a:buAutoNum type="arabicPeriod"/>
              <a:tabLst>
                <a:tab pos="2762250" algn="l"/>
              </a:tabLst>
            </a:pPr>
            <a:r>
              <a:rPr sz="2100" spc="113" dirty="0">
                <a:solidFill>
                  <a:srgbClr val="404040"/>
                </a:solidFill>
                <a:latin typeface="Palatino Linotype"/>
                <a:cs typeface="Palatino Linotype"/>
              </a:rPr>
              <a:t>"</a:t>
            </a:r>
            <a:r>
              <a:rPr sz="2100" spc="15" dirty="0">
                <a:solidFill>
                  <a:srgbClr val="404040"/>
                </a:solidFill>
                <a:latin typeface="Palatino Linotype"/>
                <a:cs typeface="Palatino Linotype"/>
              </a:rPr>
              <a:t>I</a:t>
            </a:r>
            <a:r>
              <a:rPr sz="2100" spc="210" dirty="0">
                <a:solidFill>
                  <a:srgbClr val="404040"/>
                </a:solidFill>
                <a:latin typeface="Palatino Linotype"/>
                <a:cs typeface="Palatino Linotype"/>
              </a:rPr>
              <a:t> </a:t>
            </a:r>
            <a:r>
              <a:rPr sz="2100" spc="-83" dirty="0">
                <a:solidFill>
                  <a:srgbClr val="404040"/>
                </a:solidFill>
                <a:latin typeface="Palatino Linotype"/>
                <a:cs typeface="Palatino Linotype"/>
              </a:rPr>
              <a:t>d</a:t>
            </a:r>
            <a:r>
              <a:rPr sz="2100" spc="-53" dirty="0">
                <a:solidFill>
                  <a:srgbClr val="404040"/>
                </a:solidFill>
                <a:latin typeface="Palatino Linotype"/>
                <a:cs typeface="Palatino Linotype"/>
              </a:rPr>
              <a:t>o</a:t>
            </a:r>
            <a:r>
              <a:rPr sz="2100" spc="-15" dirty="0">
                <a:solidFill>
                  <a:srgbClr val="404040"/>
                </a:solidFill>
                <a:latin typeface="Palatino Linotype"/>
                <a:cs typeface="Palatino Linotype"/>
              </a:rPr>
              <a:t>n</a:t>
            </a:r>
            <a:r>
              <a:rPr sz="2100" spc="165" dirty="0">
                <a:solidFill>
                  <a:srgbClr val="404040"/>
                </a:solidFill>
                <a:latin typeface="Palatino Linotype"/>
                <a:cs typeface="Palatino Linotype"/>
              </a:rPr>
              <a:t>'</a:t>
            </a:r>
            <a:r>
              <a:rPr sz="2100" spc="158" dirty="0">
                <a:solidFill>
                  <a:srgbClr val="404040"/>
                </a:solidFill>
                <a:latin typeface="Palatino Linotype"/>
                <a:cs typeface="Palatino Linotype"/>
              </a:rPr>
              <a:t>t</a:t>
            </a:r>
            <a:r>
              <a:rPr sz="2100" spc="210" dirty="0">
                <a:solidFill>
                  <a:srgbClr val="404040"/>
                </a:solidFill>
                <a:latin typeface="Palatino Linotype"/>
                <a:cs typeface="Palatino Linotype"/>
              </a:rPr>
              <a:t> </a:t>
            </a:r>
            <a:r>
              <a:rPr sz="2100" spc="-23" dirty="0">
                <a:solidFill>
                  <a:srgbClr val="404040"/>
                </a:solidFill>
                <a:latin typeface="Palatino Linotype"/>
                <a:cs typeface="Palatino Linotype"/>
              </a:rPr>
              <a:t>k</a:t>
            </a:r>
            <a:r>
              <a:rPr sz="2100" spc="-15" dirty="0">
                <a:solidFill>
                  <a:srgbClr val="404040"/>
                </a:solidFill>
                <a:latin typeface="Palatino Linotype"/>
                <a:cs typeface="Palatino Linotype"/>
              </a:rPr>
              <a:t>n</a:t>
            </a:r>
            <a:r>
              <a:rPr sz="2100" spc="-53" dirty="0">
                <a:solidFill>
                  <a:srgbClr val="404040"/>
                </a:solidFill>
                <a:latin typeface="Palatino Linotype"/>
                <a:cs typeface="Palatino Linotype"/>
              </a:rPr>
              <a:t>o</a:t>
            </a:r>
            <a:r>
              <a:rPr sz="2100" spc="-171" dirty="0">
                <a:solidFill>
                  <a:srgbClr val="404040"/>
                </a:solidFill>
                <a:latin typeface="Palatino Linotype"/>
                <a:cs typeface="Palatino Linotype"/>
              </a:rPr>
              <a:t>w</a:t>
            </a:r>
            <a:r>
              <a:rPr sz="2100" spc="113" dirty="0">
                <a:solidFill>
                  <a:srgbClr val="404040"/>
                </a:solidFill>
                <a:latin typeface="Palatino Linotype"/>
                <a:cs typeface="Palatino Linotype"/>
              </a:rPr>
              <a:t>"</a:t>
            </a:r>
            <a:endParaRPr sz="2100" dirty="0">
              <a:latin typeface="Palatino Linotype"/>
              <a:cs typeface="Palatino Linotype"/>
            </a:endParaRPr>
          </a:p>
        </p:txBody>
      </p:sp>
    </p:spTree>
    <p:extLst>
      <p:ext uri="{BB962C8B-B14F-4D97-AF65-F5344CB8AC3E}">
        <p14:creationId xmlns:p14="http://schemas.microsoft.com/office/powerpoint/2010/main" val="3841106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158316" y="369102"/>
            <a:ext cx="11545738" cy="3026470"/>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Ways to Deal with Sequence Labeling</a:t>
            </a:r>
          </a:p>
        </p:txBody>
      </p:sp>
      <p:sp>
        <p:nvSpPr>
          <p:cNvPr id="23" name="object 4"/>
          <p:cNvSpPr/>
          <p:nvPr/>
        </p:nvSpPr>
        <p:spPr>
          <a:xfrm>
            <a:off x="7084752" y="6099668"/>
            <a:ext cx="7239000" cy="3793550"/>
          </a:xfrm>
          <a:prstGeom prst="rect">
            <a:avLst/>
          </a:prstGeom>
          <a:blipFill>
            <a:blip r:embed="rId12" cstate="print"/>
            <a:stretch>
              <a:fillRect/>
            </a:stretch>
          </a:blipFill>
        </p:spPr>
        <p:txBody>
          <a:bodyPr wrap="square" lIns="0" tIns="0" rIns="0" bIns="0" rtlCol="0"/>
          <a:lstStyle/>
          <a:p>
            <a:endParaRPr sz="2700"/>
          </a:p>
        </p:txBody>
      </p:sp>
      <p:sp>
        <p:nvSpPr>
          <p:cNvPr id="24" name="object 2"/>
          <p:cNvSpPr txBox="1"/>
          <p:nvPr/>
        </p:nvSpPr>
        <p:spPr>
          <a:xfrm>
            <a:off x="2284594" y="3959816"/>
            <a:ext cx="11125200" cy="1774845"/>
          </a:xfrm>
          <a:prstGeom prst="rect">
            <a:avLst/>
          </a:prstGeom>
        </p:spPr>
        <p:txBody>
          <a:bodyPr vert="horz" wrap="square" lIns="0" tIns="0" rIns="0" bIns="0" rtlCol="0">
            <a:spAutoFit/>
          </a:bodyPr>
          <a:lstStyle/>
          <a:p>
            <a:pPr marL="19050">
              <a:buClr>
                <a:srgbClr val="404040"/>
              </a:buClr>
              <a:tabLst>
                <a:tab pos="704850" algn="l"/>
              </a:tabLst>
            </a:pPr>
            <a:r>
              <a:rPr sz="3000" spc="-23" dirty="0">
                <a:solidFill>
                  <a:srgbClr val="404040"/>
                </a:solidFill>
                <a:latin typeface="Minion Pro"/>
                <a:cs typeface="Minion Pro"/>
              </a:rPr>
              <a:t>T</a:t>
            </a:r>
            <a:r>
              <a:rPr sz="3000" spc="-38" dirty="0">
                <a:solidFill>
                  <a:srgbClr val="404040"/>
                </a:solidFill>
                <a:latin typeface="Palatino Linotype"/>
                <a:cs typeface="Palatino Linotype"/>
              </a:rPr>
              <a:t>he</a:t>
            </a:r>
            <a:r>
              <a:rPr sz="3000" spc="306" dirty="0">
                <a:solidFill>
                  <a:srgbClr val="404040"/>
                </a:solidFill>
                <a:latin typeface="Palatino Linotype"/>
                <a:cs typeface="Palatino Linotype"/>
              </a:rPr>
              <a:t> </a:t>
            </a:r>
            <a:r>
              <a:rPr sz="3000" spc="-75" dirty="0">
                <a:solidFill>
                  <a:srgbClr val="404040"/>
                </a:solidFill>
                <a:latin typeface="Palatino Linotype"/>
                <a:cs typeface="Palatino Linotype"/>
              </a:rPr>
              <a:t>RNN</a:t>
            </a:r>
            <a:r>
              <a:rPr sz="3000" spc="306" dirty="0">
                <a:solidFill>
                  <a:srgbClr val="404040"/>
                </a:solidFill>
                <a:latin typeface="Palatino Linotype"/>
                <a:cs typeface="Palatino Linotype"/>
              </a:rPr>
              <a:t> </a:t>
            </a:r>
            <a:r>
              <a:rPr sz="3000" spc="-53" dirty="0">
                <a:solidFill>
                  <a:srgbClr val="404040"/>
                </a:solidFill>
                <a:latin typeface="Palatino Linotype"/>
                <a:cs typeface="Palatino Linotype"/>
              </a:rPr>
              <a:t>model!</a:t>
            </a:r>
            <a:endParaRPr sz="3000" dirty="0">
              <a:latin typeface="Palatino Linotype"/>
              <a:cs typeface="Palatino Linotype"/>
            </a:endParaRPr>
          </a:p>
          <a:p>
            <a:pPr marL="1389698" lvl="1" indent="-684848">
              <a:spcBef>
                <a:spcPts val="285"/>
              </a:spcBef>
              <a:buClr>
                <a:srgbClr val="E38312"/>
              </a:buClr>
              <a:buFont typeface="Palatino Linotype"/>
              <a:buAutoNum type="arabicPeriod"/>
              <a:tabLst>
                <a:tab pos="1390650" algn="l"/>
              </a:tabLst>
            </a:pPr>
            <a:r>
              <a:rPr sz="2700" dirty="0">
                <a:solidFill>
                  <a:srgbClr val="404040"/>
                </a:solidFill>
                <a:latin typeface="Palatino Linotype"/>
                <a:cs typeface="Palatino Linotype"/>
              </a:rPr>
              <a:t>Update</a:t>
            </a:r>
            <a:r>
              <a:rPr sz="2700" spc="270" dirty="0">
                <a:solidFill>
                  <a:srgbClr val="404040"/>
                </a:solidFill>
                <a:latin typeface="Palatino Linotype"/>
                <a:cs typeface="Palatino Linotype"/>
              </a:rPr>
              <a:t> </a:t>
            </a:r>
            <a:r>
              <a:rPr sz="2700" spc="60" dirty="0">
                <a:solidFill>
                  <a:srgbClr val="404040"/>
                </a:solidFill>
                <a:latin typeface="Palatino Linotype"/>
                <a:cs typeface="Palatino Linotype"/>
              </a:rPr>
              <a:t>the</a:t>
            </a:r>
            <a:r>
              <a:rPr sz="2700" spc="270" dirty="0">
                <a:solidFill>
                  <a:srgbClr val="404040"/>
                </a:solidFill>
                <a:latin typeface="Palatino Linotype"/>
                <a:cs typeface="Palatino Linotype"/>
              </a:rPr>
              <a:t> </a:t>
            </a:r>
            <a:r>
              <a:rPr sz="2700" spc="-45" dirty="0">
                <a:solidFill>
                  <a:srgbClr val="404040"/>
                </a:solidFill>
                <a:latin typeface="Palatino Linotype"/>
                <a:cs typeface="Palatino Linotype"/>
              </a:rPr>
              <a:t>hidden</a:t>
            </a:r>
            <a:r>
              <a:rPr sz="2700" spc="270" dirty="0">
                <a:solidFill>
                  <a:srgbClr val="404040"/>
                </a:solidFill>
                <a:latin typeface="Palatino Linotype"/>
                <a:cs typeface="Palatino Linotype"/>
              </a:rPr>
              <a:t> </a:t>
            </a:r>
            <a:r>
              <a:rPr sz="2700" spc="83" dirty="0">
                <a:solidFill>
                  <a:srgbClr val="404040"/>
                </a:solidFill>
                <a:latin typeface="Palatino Linotype"/>
                <a:cs typeface="Palatino Linotype"/>
              </a:rPr>
              <a:t>state.</a:t>
            </a:r>
            <a:endParaRPr sz="2700" dirty="0">
              <a:latin typeface="Palatino Linotype"/>
              <a:cs typeface="Palatino Linotype"/>
            </a:endParaRPr>
          </a:p>
          <a:p>
            <a:pPr marL="1389698" marR="7620" lvl="1" indent="-684848">
              <a:lnSpc>
                <a:spcPts val="2909"/>
              </a:lnSpc>
              <a:spcBef>
                <a:spcPts val="938"/>
              </a:spcBef>
              <a:buClr>
                <a:srgbClr val="E38312"/>
              </a:buClr>
              <a:buFont typeface="Palatino Linotype"/>
              <a:buAutoNum type="arabicPeriod"/>
              <a:tabLst>
                <a:tab pos="1390650" algn="l"/>
              </a:tabLst>
            </a:pPr>
            <a:r>
              <a:rPr sz="2700" spc="8" dirty="0">
                <a:solidFill>
                  <a:srgbClr val="404040"/>
                </a:solidFill>
                <a:latin typeface="Palatino Linotype"/>
                <a:cs typeface="Palatino Linotype"/>
              </a:rPr>
              <a:t>In</a:t>
            </a:r>
            <a:r>
              <a:rPr sz="2700" spc="270" dirty="0">
                <a:solidFill>
                  <a:srgbClr val="404040"/>
                </a:solidFill>
                <a:latin typeface="Palatino Linotype"/>
                <a:cs typeface="Palatino Linotype"/>
              </a:rPr>
              <a:t> </a:t>
            </a:r>
            <a:r>
              <a:rPr sz="2700" spc="60" dirty="0">
                <a:solidFill>
                  <a:srgbClr val="404040"/>
                </a:solidFill>
                <a:latin typeface="Palatino Linotype"/>
                <a:cs typeface="Palatino Linotype"/>
              </a:rPr>
              <a:t>the</a:t>
            </a:r>
            <a:r>
              <a:rPr sz="2700" spc="270" dirty="0">
                <a:solidFill>
                  <a:srgbClr val="404040"/>
                </a:solidFill>
                <a:latin typeface="Palatino Linotype"/>
                <a:cs typeface="Palatino Linotype"/>
              </a:rPr>
              <a:t> </a:t>
            </a:r>
            <a:r>
              <a:rPr sz="2700" spc="-30" dirty="0">
                <a:solidFill>
                  <a:srgbClr val="404040"/>
                </a:solidFill>
                <a:latin typeface="Palatino Linotype"/>
                <a:cs typeface="Palatino Linotype"/>
              </a:rPr>
              <a:t>simple</a:t>
            </a:r>
            <a:r>
              <a:rPr sz="2700" spc="270" dirty="0">
                <a:solidFill>
                  <a:srgbClr val="404040"/>
                </a:solidFill>
                <a:latin typeface="Palatino Linotype"/>
                <a:cs typeface="Palatino Linotype"/>
              </a:rPr>
              <a:t> </a:t>
            </a:r>
            <a:r>
              <a:rPr sz="2700" spc="-30" dirty="0">
                <a:solidFill>
                  <a:srgbClr val="404040"/>
                </a:solidFill>
                <a:latin typeface="Palatino Linotype"/>
                <a:cs typeface="Palatino Linotype"/>
              </a:rPr>
              <a:t>spea</a:t>
            </a:r>
            <a:r>
              <a:rPr sz="2700" spc="-23" dirty="0">
                <a:solidFill>
                  <a:srgbClr val="404040"/>
                </a:solidFill>
                <a:latin typeface="Palatino Linotype"/>
                <a:cs typeface="Palatino Linotype"/>
              </a:rPr>
              <a:t>k</a:t>
            </a:r>
            <a:r>
              <a:rPr sz="2700" spc="-45" dirty="0">
                <a:solidFill>
                  <a:srgbClr val="404040"/>
                </a:solidFill>
                <a:latin typeface="Palatino Linotype"/>
                <a:cs typeface="Palatino Linotype"/>
              </a:rPr>
              <a:t>ing</a:t>
            </a:r>
            <a:r>
              <a:rPr sz="2700" spc="270" dirty="0">
                <a:solidFill>
                  <a:srgbClr val="404040"/>
                </a:solidFill>
                <a:latin typeface="Palatino Linotype"/>
                <a:cs typeface="Palatino Linotype"/>
              </a:rPr>
              <a:t> </a:t>
            </a:r>
            <a:r>
              <a:rPr sz="2700" spc="38" dirty="0">
                <a:solidFill>
                  <a:srgbClr val="404040"/>
                </a:solidFill>
                <a:latin typeface="Palatino Linotype"/>
                <a:cs typeface="Palatino Linotype"/>
              </a:rPr>
              <a:t>ca</a:t>
            </a:r>
            <a:r>
              <a:rPr sz="2700" spc="8" dirty="0">
                <a:solidFill>
                  <a:srgbClr val="404040"/>
                </a:solidFill>
                <a:latin typeface="Palatino Linotype"/>
                <a:cs typeface="Palatino Linotype"/>
              </a:rPr>
              <a:t>se,</a:t>
            </a:r>
            <a:r>
              <a:rPr sz="2700" spc="270" dirty="0">
                <a:solidFill>
                  <a:srgbClr val="404040"/>
                </a:solidFill>
                <a:latin typeface="Palatino Linotype"/>
                <a:cs typeface="Palatino Linotype"/>
              </a:rPr>
              <a:t> </a:t>
            </a:r>
            <a:r>
              <a:rPr sz="2700" spc="-127" dirty="0">
                <a:solidFill>
                  <a:srgbClr val="404040"/>
                </a:solidFill>
                <a:latin typeface="Palatino Linotype"/>
                <a:cs typeface="Palatino Linotype"/>
              </a:rPr>
              <a:t>we</a:t>
            </a:r>
            <a:r>
              <a:rPr sz="2700" spc="270" dirty="0">
                <a:solidFill>
                  <a:srgbClr val="404040"/>
                </a:solidFill>
                <a:latin typeface="Palatino Linotype"/>
                <a:cs typeface="Palatino Linotype"/>
              </a:rPr>
              <a:t> </a:t>
            </a:r>
            <a:r>
              <a:rPr sz="2700" spc="-45" dirty="0">
                <a:solidFill>
                  <a:srgbClr val="404040"/>
                </a:solidFill>
                <a:latin typeface="Palatino Linotype"/>
                <a:cs typeface="Palatino Linotype"/>
              </a:rPr>
              <a:t>send</a:t>
            </a:r>
            <a:r>
              <a:rPr sz="2700" spc="270" dirty="0">
                <a:solidFill>
                  <a:srgbClr val="404040"/>
                </a:solidFill>
                <a:latin typeface="Palatino Linotype"/>
                <a:cs typeface="Palatino Linotype"/>
              </a:rPr>
              <a:t> </a:t>
            </a:r>
            <a:r>
              <a:rPr sz="2700" spc="60" dirty="0">
                <a:solidFill>
                  <a:srgbClr val="404040"/>
                </a:solidFill>
                <a:latin typeface="Palatino Linotype"/>
                <a:cs typeface="Palatino Linotype"/>
              </a:rPr>
              <a:t>the</a:t>
            </a:r>
            <a:r>
              <a:rPr sz="2700" spc="270" dirty="0">
                <a:solidFill>
                  <a:srgbClr val="404040"/>
                </a:solidFill>
                <a:latin typeface="Palatino Linotype"/>
                <a:cs typeface="Palatino Linotype"/>
              </a:rPr>
              <a:t> </a:t>
            </a:r>
            <a:r>
              <a:rPr sz="2700" spc="-15" dirty="0">
                <a:solidFill>
                  <a:srgbClr val="404040"/>
                </a:solidFill>
                <a:latin typeface="Palatino Linotype"/>
                <a:cs typeface="Palatino Linotype"/>
              </a:rPr>
              <a:t>chosen</a:t>
            </a:r>
            <a:r>
              <a:rPr sz="2700" spc="270" dirty="0">
                <a:solidFill>
                  <a:srgbClr val="404040"/>
                </a:solidFill>
                <a:latin typeface="Palatino Linotype"/>
                <a:cs typeface="Palatino Linotype"/>
              </a:rPr>
              <a:t> </a:t>
            </a:r>
            <a:r>
              <a:rPr sz="2700" spc="-83" dirty="0">
                <a:solidFill>
                  <a:srgbClr val="404040"/>
                </a:solidFill>
                <a:latin typeface="Palatino Linotype"/>
                <a:cs typeface="Palatino Linotype"/>
              </a:rPr>
              <a:t>word</a:t>
            </a:r>
            <a:r>
              <a:rPr sz="2700" spc="270" dirty="0">
                <a:solidFill>
                  <a:srgbClr val="404040"/>
                </a:solidFill>
                <a:latin typeface="Palatino Linotype"/>
                <a:cs typeface="Palatino Linotype"/>
              </a:rPr>
              <a:t> </a:t>
            </a:r>
            <a:r>
              <a:rPr sz="2700" spc="23" dirty="0">
                <a:solidFill>
                  <a:srgbClr val="404040"/>
                </a:solidFill>
                <a:latin typeface="Palatino Linotype"/>
                <a:cs typeface="Palatino Linotype"/>
              </a:rPr>
              <a:t>back</a:t>
            </a:r>
            <a:r>
              <a:rPr sz="2700" spc="263" dirty="0">
                <a:solidFill>
                  <a:srgbClr val="404040"/>
                </a:solidFill>
                <a:latin typeface="Palatino Linotype"/>
                <a:cs typeface="Palatino Linotype"/>
              </a:rPr>
              <a:t> </a:t>
            </a:r>
            <a:r>
              <a:rPr sz="2700" spc="68" dirty="0">
                <a:solidFill>
                  <a:srgbClr val="404040"/>
                </a:solidFill>
                <a:latin typeface="Palatino Linotype"/>
                <a:cs typeface="Palatino Linotype"/>
              </a:rPr>
              <a:t>to</a:t>
            </a:r>
            <a:r>
              <a:rPr sz="2700" spc="38" dirty="0">
                <a:solidFill>
                  <a:srgbClr val="404040"/>
                </a:solidFill>
                <a:latin typeface="Palatino Linotype"/>
                <a:cs typeface="Palatino Linotype"/>
              </a:rPr>
              <a:t> </a:t>
            </a:r>
            <a:r>
              <a:rPr sz="2700" spc="60" dirty="0">
                <a:solidFill>
                  <a:srgbClr val="404040"/>
                </a:solidFill>
                <a:latin typeface="Palatino Linotype"/>
                <a:cs typeface="Palatino Linotype"/>
              </a:rPr>
              <a:t>the</a:t>
            </a:r>
            <a:r>
              <a:rPr sz="2700" spc="270" dirty="0">
                <a:solidFill>
                  <a:srgbClr val="404040"/>
                </a:solidFill>
                <a:latin typeface="Palatino Linotype"/>
                <a:cs typeface="Palatino Linotype"/>
              </a:rPr>
              <a:t> </a:t>
            </a:r>
            <a:r>
              <a:rPr sz="2700" spc="-15" dirty="0">
                <a:solidFill>
                  <a:srgbClr val="404040"/>
                </a:solidFill>
                <a:latin typeface="Palatino Linotype"/>
                <a:cs typeface="Palatino Linotype"/>
              </a:rPr>
              <a:t>network</a:t>
            </a:r>
            <a:r>
              <a:rPr sz="2700" spc="263" dirty="0">
                <a:solidFill>
                  <a:srgbClr val="404040"/>
                </a:solidFill>
                <a:latin typeface="Palatino Linotype"/>
                <a:cs typeface="Palatino Linotype"/>
              </a:rPr>
              <a:t> </a:t>
            </a:r>
            <a:r>
              <a:rPr sz="2700" spc="23" dirty="0">
                <a:solidFill>
                  <a:srgbClr val="404040"/>
                </a:solidFill>
                <a:latin typeface="Palatino Linotype"/>
                <a:cs typeface="Palatino Linotype"/>
              </a:rPr>
              <a:t>a</a:t>
            </a:r>
            <a:r>
              <a:rPr sz="2700" spc="-38" dirty="0">
                <a:solidFill>
                  <a:srgbClr val="404040"/>
                </a:solidFill>
                <a:latin typeface="Palatino Linotype"/>
                <a:cs typeface="Palatino Linotype"/>
              </a:rPr>
              <a:t>s</a:t>
            </a:r>
            <a:r>
              <a:rPr sz="2700" spc="270" dirty="0">
                <a:solidFill>
                  <a:srgbClr val="404040"/>
                </a:solidFill>
                <a:latin typeface="Palatino Linotype"/>
                <a:cs typeface="Palatino Linotype"/>
              </a:rPr>
              <a:t> </a:t>
            </a:r>
            <a:r>
              <a:rPr sz="2700" spc="30" dirty="0">
                <a:solidFill>
                  <a:srgbClr val="404040"/>
                </a:solidFill>
                <a:latin typeface="Palatino Linotype"/>
                <a:cs typeface="Palatino Linotype"/>
              </a:rPr>
              <a:t>input.</a:t>
            </a:r>
            <a:endParaRPr sz="2700" dirty="0">
              <a:latin typeface="Palatino Linotype"/>
              <a:cs typeface="Palatino Linotype"/>
            </a:endParaRPr>
          </a:p>
        </p:txBody>
      </p:sp>
    </p:spTree>
    <p:extLst>
      <p:ext uri="{BB962C8B-B14F-4D97-AF65-F5344CB8AC3E}">
        <p14:creationId xmlns:p14="http://schemas.microsoft.com/office/powerpoint/2010/main" val="442480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158316" y="369102"/>
            <a:ext cx="11545738" cy="3026470"/>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Ways to Deal with Sequence Labeling</a:t>
            </a:r>
          </a:p>
        </p:txBody>
      </p:sp>
      <p:sp>
        <p:nvSpPr>
          <p:cNvPr id="22" name="TextBox 22"/>
          <p:cNvSpPr txBox="1"/>
          <p:nvPr/>
        </p:nvSpPr>
        <p:spPr>
          <a:xfrm>
            <a:off x="1432560" y="3381263"/>
            <a:ext cx="15189649" cy="3126497"/>
          </a:xfrm>
          <a:prstGeom prst="rect">
            <a:avLst/>
          </a:prstGeom>
        </p:spPr>
        <p:txBody>
          <a:bodyPr wrap="square" lIns="0" tIns="0" rIns="0" bIns="0" rtlCol="0" anchor="t">
            <a:spAutoFit/>
          </a:bodyPr>
          <a:lstStyle/>
          <a:p>
            <a:pPr marL="19050">
              <a:buClr>
                <a:srgbClr val="404040"/>
              </a:buClr>
              <a:tabLst>
                <a:tab pos="704850" algn="l"/>
              </a:tabLst>
            </a:pPr>
            <a:r>
              <a:rPr lang="en-US" sz="3000" spc="248" dirty="0">
                <a:solidFill>
                  <a:srgbClr val="404040"/>
                </a:solidFill>
                <a:latin typeface="Palatino Linotype"/>
                <a:cs typeface="Palatino Linotype"/>
              </a:rPr>
              <a:t>R</a:t>
            </a:r>
            <a:r>
              <a:rPr lang="en-US" sz="3000" spc="-248" dirty="0">
                <a:solidFill>
                  <a:srgbClr val="404040"/>
                </a:solidFill>
                <a:latin typeface="Palatino Linotype"/>
                <a:cs typeface="Palatino Linotype"/>
              </a:rPr>
              <a:t>NN</a:t>
            </a:r>
            <a:r>
              <a:rPr lang="en-US" sz="3000" spc="-45" dirty="0">
                <a:solidFill>
                  <a:srgbClr val="404040"/>
                </a:solidFill>
                <a:latin typeface="Palatino Linotype"/>
                <a:cs typeface="Palatino Linotype"/>
              </a:rPr>
              <a:t>s</a:t>
            </a:r>
            <a:r>
              <a:rPr lang="en-US" sz="3000" spc="306" dirty="0">
                <a:solidFill>
                  <a:srgbClr val="404040"/>
                </a:solidFill>
                <a:latin typeface="Palatino Linotype"/>
                <a:cs typeface="Palatino Linotype"/>
              </a:rPr>
              <a:t> </a:t>
            </a:r>
            <a:r>
              <a:rPr lang="en-US" sz="3000" spc="23" dirty="0">
                <a:solidFill>
                  <a:srgbClr val="404040"/>
                </a:solidFill>
                <a:latin typeface="Palatino Linotype"/>
                <a:cs typeface="Palatino Linotype"/>
              </a:rPr>
              <a:t>ar</a:t>
            </a:r>
            <a:r>
              <a:rPr lang="en-US" sz="3000" spc="-45" dirty="0">
                <a:solidFill>
                  <a:srgbClr val="404040"/>
                </a:solidFill>
                <a:latin typeface="Palatino Linotype"/>
                <a:cs typeface="Palatino Linotype"/>
              </a:rPr>
              <a:t>e</a:t>
            </a:r>
            <a:r>
              <a:rPr lang="en-US" sz="3000" spc="306" dirty="0">
                <a:solidFill>
                  <a:srgbClr val="404040"/>
                </a:solidFill>
                <a:latin typeface="Palatino Linotype"/>
                <a:cs typeface="Palatino Linotype"/>
              </a:rPr>
              <a:t> </a:t>
            </a:r>
            <a:r>
              <a:rPr lang="en-US" sz="3000" spc="-45" dirty="0">
                <a:solidFill>
                  <a:srgbClr val="404040"/>
                </a:solidFill>
                <a:latin typeface="Palatino Linotype"/>
                <a:cs typeface="Palatino Linotype"/>
              </a:rPr>
              <a:t>v</a:t>
            </a:r>
            <a:r>
              <a:rPr lang="en-US" sz="3000" spc="-38" dirty="0">
                <a:solidFill>
                  <a:srgbClr val="404040"/>
                </a:solidFill>
                <a:latin typeface="Palatino Linotype"/>
                <a:cs typeface="Palatino Linotype"/>
              </a:rPr>
              <a:t>e</a:t>
            </a:r>
            <a:r>
              <a:rPr lang="en-US" sz="3000" spc="23" dirty="0">
                <a:solidFill>
                  <a:srgbClr val="404040"/>
                </a:solidFill>
                <a:latin typeface="Palatino Linotype"/>
                <a:cs typeface="Palatino Linotype"/>
              </a:rPr>
              <a:t>r</a:t>
            </a:r>
            <a:r>
              <a:rPr lang="en-US" sz="3000" spc="-23" dirty="0">
                <a:solidFill>
                  <a:srgbClr val="404040"/>
                </a:solidFill>
                <a:latin typeface="Palatino Linotype"/>
                <a:cs typeface="Palatino Linotype"/>
              </a:rPr>
              <a:t>y</a:t>
            </a:r>
            <a:r>
              <a:rPr lang="en-US" sz="3000" spc="306" dirty="0">
                <a:solidFill>
                  <a:srgbClr val="404040"/>
                </a:solidFill>
                <a:latin typeface="Palatino Linotype"/>
                <a:cs typeface="Palatino Linotype"/>
              </a:rPr>
              <a:t> </a:t>
            </a:r>
            <a:r>
              <a:rPr lang="en-US" sz="3000" spc="-75" dirty="0">
                <a:solidFill>
                  <a:srgbClr val="404040"/>
                </a:solidFill>
                <a:latin typeface="Palatino Linotype"/>
                <a:cs typeface="Palatino Linotype"/>
              </a:rPr>
              <a:t>po</a:t>
            </a:r>
            <a:r>
              <a:rPr lang="en-US" sz="3000" spc="-248" dirty="0">
                <a:solidFill>
                  <a:srgbClr val="404040"/>
                </a:solidFill>
                <a:latin typeface="Palatino Linotype"/>
                <a:cs typeface="Palatino Linotype"/>
              </a:rPr>
              <a:t>w</a:t>
            </a:r>
            <a:r>
              <a:rPr lang="en-US" sz="3000" spc="-38" dirty="0">
                <a:solidFill>
                  <a:srgbClr val="404040"/>
                </a:solidFill>
                <a:latin typeface="Palatino Linotype"/>
                <a:cs typeface="Palatino Linotype"/>
              </a:rPr>
              <a:t>e</a:t>
            </a:r>
            <a:r>
              <a:rPr lang="en-US" sz="3000" spc="23" dirty="0">
                <a:solidFill>
                  <a:srgbClr val="404040"/>
                </a:solidFill>
                <a:latin typeface="Palatino Linotype"/>
                <a:cs typeface="Palatino Linotype"/>
              </a:rPr>
              <a:t>r</a:t>
            </a:r>
            <a:r>
              <a:rPr lang="en-US" sz="3000" spc="-53" dirty="0">
                <a:solidFill>
                  <a:srgbClr val="404040"/>
                </a:solidFill>
                <a:latin typeface="Palatino Linotype"/>
                <a:cs typeface="Palatino Linotype"/>
              </a:rPr>
              <a:t>f</a:t>
            </a:r>
            <a:r>
              <a:rPr lang="en-US" sz="3000" spc="-75" dirty="0">
                <a:solidFill>
                  <a:srgbClr val="404040"/>
                </a:solidFill>
                <a:latin typeface="Palatino Linotype"/>
                <a:cs typeface="Palatino Linotype"/>
              </a:rPr>
              <a:t>u</a:t>
            </a:r>
            <a:r>
              <a:rPr lang="en-US" sz="3000" spc="-15" dirty="0">
                <a:solidFill>
                  <a:srgbClr val="404040"/>
                </a:solidFill>
                <a:latin typeface="Palatino Linotype"/>
                <a:cs typeface="Palatino Linotype"/>
              </a:rPr>
              <a:t>l</a:t>
            </a:r>
            <a:r>
              <a:rPr lang="en-US" sz="3000" spc="120" dirty="0">
                <a:solidFill>
                  <a:srgbClr val="404040"/>
                </a:solidFill>
                <a:latin typeface="Palatino Linotype"/>
                <a:cs typeface="Palatino Linotype"/>
              </a:rPr>
              <a:t>,</a:t>
            </a:r>
            <a:r>
              <a:rPr lang="en-US" sz="3000" spc="300" dirty="0">
                <a:solidFill>
                  <a:srgbClr val="404040"/>
                </a:solidFill>
                <a:latin typeface="Palatino Linotype"/>
                <a:cs typeface="Palatino Linotype"/>
              </a:rPr>
              <a:t> </a:t>
            </a:r>
            <a:r>
              <a:rPr lang="en-US" sz="3000" spc="60" dirty="0">
                <a:solidFill>
                  <a:srgbClr val="404040"/>
                </a:solidFill>
                <a:latin typeface="Palatino Linotype"/>
                <a:cs typeface="Palatino Linotype"/>
              </a:rPr>
              <a:t>b</a:t>
            </a:r>
            <a:r>
              <a:rPr lang="en-US" sz="3000" spc="-38" dirty="0">
                <a:solidFill>
                  <a:srgbClr val="404040"/>
                </a:solidFill>
                <a:latin typeface="Palatino Linotype"/>
                <a:cs typeface="Palatino Linotype"/>
              </a:rPr>
              <a:t>e</a:t>
            </a:r>
            <a:r>
              <a:rPr lang="en-US" sz="3000" spc="60" dirty="0">
                <a:solidFill>
                  <a:srgbClr val="404040"/>
                </a:solidFill>
                <a:latin typeface="Palatino Linotype"/>
                <a:cs typeface="Palatino Linotype"/>
              </a:rPr>
              <a:t>c</a:t>
            </a:r>
            <a:r>
              <a:rPr lang="en-US" sz="3000" spc="23" dirty="0">
                <a:solidFill>
                  <a:srgbClr val="404040"/>
                </a:solidFill>
                <a:latin typeface="Palatino Linotype"/>
                <a:cs typeface="Palatino Linotype"/>
              </a:rPr>
              <a:t>a</a:t>
            </a:r>
            <a:r>
              <a:rPr lang="en-US" sz="3000" spc="-75" dirty="0">
                <a:solidFill>
                  <a:srgbClr val="404040"/>
                </a:solidFill>
                <a:latin typeface="Palatino Linotype"/>
                <a:cs typeface="Palatino Linotype"/>
              </a:rPr>
              <a:t>u</a:t>
            </a:r>
            <a:r>
              <a:rPr lang="en-US" sz="3000" spc="-38" dirty="0">
                <a:solidFill>
                  <a:srgbClr val="404040"/>
                </a:solidFill>
                <a:latin typeface="Palatino Linotype"/>
                <a:cs typeface="Palatino Linotype"/>
              </a:rPr>
              <a:t>s</a:t>
            </a:r>
            <a:r>
              <a:rPr lang="en-US" sz="3000" spc="-45" dirty="0">
                <a:solidFill>
                  <a:srgbClr val="404040"/>
                </a:solidFill>
                <a:latin typeface="Palatino Linotype"/>
                <a:cs typeface="Palatino Linotype"/>
              </a:rPr>
              <a:t>e</a:t>
            </a:r>
            <a:r>
              <a:rPr lang="en-US" sz="3000" spc="306" dirty="0">
                <a:solidFill>
                  <a:srgbClr val="404040"/>
                </a:solidFill>
                <a:latin typeface="Palatino Linotype"/>
                <a:cs typeface="Palatino Linotype"/>
              </a:rPr>
              <a:t> </a:t>
            </a:r>
            <a:r>
              <a:rPr lang="en-US" sz="3000" spc="233" dirty="0">
                <a:solidFill>
                  <a:srgbClr val="404040"/>
                </a:solidFill>
                <a:latin typeface="Palatino Linotype"/>
                <a:cs typeface="Palatino Linotype"/>
              </a:rPr>
              <a:t>t</a:t>
            </a:r>
            <a:r>
              <a:rPr lang="en-US" sz="3000" spc="-23" dirty="0">
                <a:solidFill>
                  <a:srgbClr val="404040"/>
                </a:solidFill>
                <a:latin typeface="Palatino Linotype"/>
                <a:cs typeface="Palatino Linotype"/>
              </a:rPr>
              <a:t>h</a:t>
            </a:r>
            <a:r>
              <a:rPr lang="en-US" sz="3000" spc="-38" dirty="0">
                <a:solidFill>
                  <a:srgbClr val="404040"/>
                </a:solidFill>
                <a:latin typeface="Palatino Linotype"/>
                <a:cs typeface="Palatino Linotype"/>
              </a:rPr>
              <a:t>e</a:t>
            </a:r>
            <a:r>
              <a:rPr lang="en-US" sz="3000" spc="-15" dirty="0">
                <a:solidFill>
                  <a:srgbClr val="404040"/>
                </a:solidFill>
                <a:latin typeface="Palatino Linotype"/>
                <a:cs typeface="Palatino Linotype"/>
              </a:rPr>
              <a:t>y</a:t>
            </a:r>
            <a:r>
              <a:rPr lang="en-US" sz="3000" spc="120" dirty="0">
                <a:solidFill>
                  <a:srgbClr val="404040"/>
                </a:solidFill>
                <a:latin typeface="Palatino Linotype"/>
                <a:cs typeface="Palatino Linotype"/>
              </a:rPr>
              <a:t>:</a:t>
            </a:r>
            <a:endParaRPr lang="en-US" sz="3000" dirty="0">
              <a:latin typeface="Palatino Linotype"/>
              <a:cs typeface="Palatino Linotype"/>
            </a:endParaRPr>
          </a:p>
          <a:p>
            <a:pPr marL="1390650" marR="487680" lvl="1" indent="-685800">
              <a:lnSpc>
                <a:spcPts val="2909"/>
              </a:lnSpc>
              <a:spcBef>
                <a:spcPts val="651"/>
              </a:spcBef>
              <a:buClr>
                <a:srgbClr val="E38312"/>
              </a:buClr>
              <a:buFont typeface="Palatino Linotype"/>
              <a:buAutoNum type="arabicPeriod"/>
              <a:tabLst>
                <a:tab pos="1390650" algn="l"/>
              </a:tabLst>
            </a:pPr>
            <a:r>
              <a:rPr lang="en-US" sz="2700" spc="15" dirty="0">
                <a:solidFill>
                  <a:srgbClr val="404040"/>
                </a:solidFill>
                <a:latin typeface="Palatino Linotype"/>
                <a:cs typeface="Palatino Linotype"/>
              </a:rPr>
              <a:t>D</a:t>
            </a:r>
            <a:r>
              <a:rPr lang="en-US" sz="2700" spc="30" dirty="0">
                <a:solidFill>
                  <a:srgbClr val="404040"/>
                </a:solidFill>
                <a:latin typeface="Palatino Linotype"/>
                <a:cs typeface="Palatino Linotype"/>
              </a:rPr>
              <a:t>istributed</a:t>
            </a:r>
            <a:r>
              <a:rPr lang="en-US" sz="2700" spc="270" dirty="0">
                <a:solidFill>
                  <a:srgbClr val="404040"/>
                </a:solidFill>
                <a:latin typeface="Palatino Linotype"/>
                <a:cs typeface="Palatino Linotype"/>
              </a:rPr>
              <a:t> </a:t>
            </a:r>
            <a:r>
              <a:rPr lang="en-US" sz="2700" spc="-45" dirty="0">
                <a:solidFill>
                  <a:srgbClr val="404040"/>
                </a:solidFill>
                <a:latin typeface="Palatino Linotype"/>
                <a:cs typeface="Palatino Linotype"/>
              </a:rPr>
              <a:t>hidden</a:t>
            </a:r>
            <a:r>
              <a:rPr lang="en-US" sz="2700" spc="270" dirty="0">
                <a:solidFill>
                  <a:srgbClr val="404040"/>
                </a:solidFill>
                <a:latin typeface="Palatino Linotype"/>
                <a:cs typeface="Palatino Linotype"/>
              </a:rPr>
              <a:t> </a:t>
            </a:r>
            <a:r>
              <a:rPr lang="en-US" sz="2700" spc="68" dirty="0">
                <a:solidFill>
                  <a:srgbClr val="404040"/>
                </a:solidFill>
                <a:latin typeface="Palatino Linotype"/>
                <a:cs typeface="Palatino Linotype"/>
              </a:rPr>
              <a:t>sta</a:t>
            </a:r>
            <a:r>
              <a:rPr lang="en-US" sz="2700" spc="83" dirty="0">
                <a:solidFill>
                  <a:srgbClr val="404040"/>
                </a:solidFill>
                <a:latin typeface="Palatino Linotype"/>
                <a:cs typeface="Palatino Linotype"/>
              </a:rPr>
              <a:t>te</a:t>
            </a:r>
            <a:r>
              <a:rPr lang="en-US" sz="2700" spc="270" dirty="0">
                <a:solidFill>
                  <a:srgbClr val="404040"/>
                </a:solidFill>
                <a:latin typeface="Palatino Linotype"/>
                <a:cs typeface="Palatino Linotype"/>
              </a:rPr>
              <a:t> </a:t>
            </a:r>
            <a:r>
              <a:rPr lang="en-US" sz="2700" spc="75" dirty="0">
                <a:solidFill>
                  <a:srgbClr val="404040"/>
                </a:solidFill>
                <a:latin typeface="Palatino Linotype"/>
                <a:cs typeface="Palatino Linotype"/>
              </a:rPr>
              <a:t>tha</a:t>
            </a:r>
            <a:r>
              <a:rPr lang="en-US" sz="2700" spc="217" dirty="0">
                <a:solidFill>
                  <a:srgbClr val="404040"/>
                </a:solidFill>
                <a:latin typeface="Palatino Linotype"/>
                <a:cs typeface="Palatino Linotype"/>
              </a:rPr>
              <a:t>t</a:t>
            </a:r>
            <a:r>
              <a:rPr lang="en-US" sz="2700" spc="270" dirty="0">
                <a:solidFill>
                  <a:srgbClr val="404040"/>
                </a:solidFill>
                <a:latin typeface="Palatino Linotype"/>
                <a:cs typeface="Palatino Linotype"/>
              </a:rPr>
              <a:t> </a:t>
            </a:r>
            <a:r>
              <a:rPr lang="en-US" sz="2700" spc="23" dirty="0">
                <a:solidFill>
                  <a:srgbClr val="404040"/>
                </a:solidFill>
                <a:latin typeface="Palatino Linotype"/>
                <a:cs typeface="Palatino Linotype"/>
              </a:rPr>
              <a:t>a</a:t>
            </a:r>
            <a:r>
              <a:rPr lang="en-US" sz="2700" spc="-68" dirty="0">
                <a:solidFill>
                  <a:srgbClr val="404040"/>
                </a:solidFill>
                <a:latin typeface="Palatino Linotype"/>
                <a:cs typeface="Palatino Linotype"/>
              </a:rPr>
              <a:t>llows</a:t>
            </a:r>
            <a:r>
              <a:rPr lang="en-US" sz="2700" spc="270" dirty="0">
                <a:solidFill>
                  <a:srgbClr val="404040"/>
                </a:solidFill>
                <a:latin typeface="Palatino Linotype"/>
                <a:cs typeface="Palatino Linotype"/>
              </a:rPr>
              <a:t> </a:t>
            </a:r>
            <a:r>
              <a:rPr lang="en-US" sz="2700" spc="30" dirty="0">
                <a:solidFill>
                  <a:srgbClr val="404040"/>
                </a:solidFill>
                <a:latin typeface="Palatino Linotype"/>
                <a:cs typeface="Palatino Linotype"/>
              </a:rPr>
              <a:t>them</a:t>
            </a:r>
            <a:r>
              <a:rPr lang="en-US" sz="2700" spc="270" dirty="0">
                <a:solidFill>
                  <a:srgbClr val="404040"/>
                </a:solidFill>
                <a:latin typeface="Palatino Linotype"/>
                <a:cs typeface="Palatino Linotype"/>
              </a:rPr>
              <a:t> </a:t>
            </a:r>
            <a:r>
              <a:rPr lang="en-US" sz="2700" spc="68" dirty="0">
                <a:solidFill>
                  <a:srgbClr val="404040"/>
                </a:solidFill>
                <a:latin typeface="Palatino Linotype"/>
                <a:cs typeface="Palatino Linotype"/>
              </a:rPr>
              <a:t>to</a:t>
            </a:r>
            <a:r>
              <a:rPr lang="en-US" sz="2700" spc="270" dirty="0">
                <a:solidFill>
                  <a:srgbClr val="404040"/>
                </a:solidFill>
                <a:latin typeface="Palatino Linotype"/>
                <a:cs typeface="Palatino Linotype"/>
              </a:rPr>
              <a:t> </a:t>
            </a:r>
            <a:r>
              <a:rPr lang="en-US" sz="2700" spc="23" dirty="0">
                <a:solidFill>
                  <a:srgbClr val="404040"/>
                </a:solidFill>
                <a:latin typeface="Palatino Linotype"/>
                <a:cs typeface="Palatino Linotype"/>
              </a:rPr>
              <a:t>store</a:t>
            </a:r>
            <a:r>
              <a:rPr lang="en-US" sz="2700" spc="270" dirty="0">
                <a:solidFill>
                  <a:srgbClr val="404040"/>
                </a:solidFill>
                <a:latin typeface="Palatino Linotype"/>
                <a:cs typeface="Palatino Linotype"/>
              </a:rPr>
              <a:t> </a:t>
            </a:r>
            <a:r>
              <a:rPr lang="en-US" sz="2700" spc="23" dirty="0">
                <a:solidFill>
                  <a:srgbClr val="404040"/>
                </a:solidFill>
                <a:latin typeface="Palatino Linotype"/>
                <a:cs typeface="Palatino Linotype"/>
              </a:rPr>
              <a:t>a</a:t>
            </a:r>
            <a:r>
              <a:rPr lang="en-US" sz="2700" spc="270" dirty="0">
                <a:solidFill>
                  <a:srgbClr val="404040"/>
                </a:solidFill>
                <a:latin typeface="Palatino Linotype"/>
                <a:cs typeface="Palatino Linotype"/>
              </a:rPr>
              <a:t> </a:t>
            </a:r>
            <a:r>
              <a:rPr lang="en-US" sz="2700" spc="45" dirty="0">
                <a:solidFill>
                  <a:srgbClr val="404040"/>
                </a:solidFill>
                <a:latin typeface="Palatino Linotype"/>
                <a:cs typeface="Palatino Linotype"/>
              </a:rPr>
              <a:t>lot</a:t>
            </a:r>
            <a:r>
              <a:rPr lang="en-US" sz="2700" spc="270" dirty="0">
                <a:solidFill>
                  <a:srgbClr val="404040"/>
                </a:solidFill>
                <a:latin typeface="Palatino Linotype"/>
                <a:cs typeface="Palatino Linotype"/>
              </a:rPr>
              <a:t> </a:t>
            </a:r>
            <a:r>
              <a:rPr lang="en-US" sz="2700" spc="-53" dirty="0">
                <a:solidFill>
                  <a:srgbClr val="404040"/>
                </a:solidFill>
                <a:latin typeface="Palatino Linotype"/>
                <a:cs typeface="Palatino Linotype"/>
              </a:rPr>
              <a:t>of</a:t>
            </a:r>
            <a:r>
              <a:rPr lang="en-US" sz="2700" spc="-30" dirty="0">
                <a:solidFill>
                  <a:srgbClr val="404040"/>
                </a:solidFill>
                <a:latin typeface="Palatino Linotype"/>
                <a:cs typeface="Palatino Linotype"/>
              </a:rPr>
              <a:t> </a:t>
            </a:r>
            <a:r>
              <a:rPr lang="en-US" sz="2700" spc="-15" dirty="0">
                <a:solidFill>
                  <a:srgbClr val="404040"/>
                </a:solidFill>
                <a:latin typeface="Palatino Linotype"/>
                <a:cs typeface="Palatino Linotype"/>
              </a:rPr>
              <a:t>informa</a:t>
            </a:r>
            <a:r>
              <a:rPr lang="en-US" sz="2700" spc="30" dirty="0">
                <a:solidFill>
                  <a:srgbClr val="404040"/>
                </a:solidFill>
                <a:latin typeface="Palatino Linotype"/>
                <a:cs typeface="Palatino Linotype"/>
              </a:rPr>
              <a:t>tion</a:t>
            </a:r>
            <a:r>
              <a:rPr lang="en-US" sz="2700" spc="270" dirty="0">
                <a:solidFill>
                  <a:srgbClr val="404040"/>
                </a:solidFill>
                <a:latin typeface="Palatino Linotype"/>
                <a:cs typeface="Palatino Linotype"/>
              </a:rPr>
              <a:t> </a:t>
            </a:r>
            <a:r>
              <a:rPr lang="en-US" sz="2700" spc="23" dirty="0">
                <a:solidFill>
                  <a:srgbClr val="404040"/>
                </a:solidFill>
                <a:latin typeface="Palatino Linotype"/>
                <a:cs typeface="Palatino Linotype"/>
              </a:rPr>
              <a:t>a</a:t>
            </a:r>
            <a:r>
              <a:rPr lang="en-US" sz="2700" spc="38" dirty="0">
                <a:solidFill>
                  <a:srgbClr val="404040"/>
                </a:solidFill>
                <a:latin typeface="Palatino Linotype"/>
                <a:cs typeface="Palatino Linotype"/>
              </a:rPr>
              <a:t>bout</a:t>
            </a:r>
            <a:r>
              <a:rPr lang="en-US" sz="2700" spc="270" dirty="0">
                <a:solidFill>
                  <a:srgbClr val="404040"/>
                </a:solidFill>
                <a:latin typeface="Palatino Linotype"/>
                <a:cs typeface="Palatino Linotype"/>
              </a:rPr>
              <a:t> </a:t>
            </a:r>
            <a:r>
              <a:rPr lang="en-US" sz="2700" spc="60" dirty="0">
                <a:solidFill>
                  <a:srgbClr val="404040"/>
                </a:solidFill>
                <a:latin typeface="Palatino Linotype"/>
                <a:cs typeface="Palatino Linotype"/>
              </a:rPr>
              <a:t>the</a:t>
            </a:r>
            <a:r>
              <a:rPr lang="en-US" sz="2700" spc="270" dirty="0">
                <a:solidFill>
                  <a:srgbClr val="404040"/>
                </a:solidFill>
                <a:latin typeface="Palatino Linotype"/>
                <a:cs typeface="Palatino Linotype"/>
              </a:rPr>
              <a:t> </a:t>
            </a:r>
            <a:r>
              <a:rPr lang="en-US" sz="2700" spc="-15" dirty="0">
                <a:solidFill>
                  <a:srgbClr val="404040"/>
                </a:solidFill>
                <a:latin typeface="Palatino Linotype"/>
                <a:cs typeface="Palatino Linotype"/>
              </a:rPr>
              <a:t>pa</a:t>
            </a:r>
            <a:r>
              <a:rPr lang="en-US" sz="2700" spc="90" dirty="0">
                <a:solidFill>
                  <a:srgbClr val="404040"/>
                </a:solidFill>
                <a:latin typeface="Palatino Linotype"/>
                <a:cs typeface="Palatino Linotype"/>
              </a:rPr>
              <a:t>st</a:t>
            </a:r>
            <a:r>
              <a:rPr lang="en-US" sz="2700" spc="270" dirty="0">
                <a:solidFill>
                  <a:srgbClr val="404040"/>
                </a:solidFill>
                <a:latin typeface="Palatino Linotype"/>
                <a:cs typeface="Palatino Linotype"/>
              </a:rPr>
              <a:t> </a:t>
            </a:r>
            <a:r>
              <a:rPr lang="en-US" sz="2700" spc="-38" dirty="0">
                <a:solidFill>
                  <a:srgbClr val="404040"/>
                </a:solidFill>
                <a:latin typeface="Palatino Linotype"/>
                <a:cs typeface="Palatino Linotype"/>
              </a:rPr>
              <a:t>eff</a:t>
            </a:r>
            <a:r>
              <a:rPr lang="en-US" sz="2700" spc="15" dirty="0">
                <a:solidFill>
                  <a:srgbClr val="404040"/>
                </a:solidFill>
                <a:latin typeface="Palatino Linotype"/>
                <a:cs typeface="Palatino Linotype"/>
              </a:rPr>
              <a:t>icientl</a:t>
            </a:r>
            <a:r>
              <a:rPr lang="en-US" sz="2700" spc="23" dirty="0">
                <a:solidFill>
                  <a:srgbClr val="404040"/>
                </a:solidFill>
                <a:latin typeface="Palatino Linotype"/>
                <a:cs typeface="Palatino Linotype"/>
              </a:rPr>
              <a:t>y</a:t>
            </a:r>
            <a:r>
              <a:rPr lang="en-US" sz="2700" spc="105" dirty="0">
                <a:solidFill>
                  <a:srgbClr val="404040"/>
                </a:solidFill>
                <a:latin typeface="Palatino Linotype"/>
                <a:cs typeface="Palatino Linotype"/>
              </a:rPr>
              <a:t>.</a:t>
            </a:r>
            <a:endParaRPr lang="en-US" sz="2700" dirty="0">
              <a:latin typeface="Palatino Linotype"/>
              <a:cs typeface="Palatino Linotype"/>
            </a:endParaRPr>
          </a:p>
          <a:p>
            <a:pPr marL="1390650" marR="7620" lvl="1" indent="-685800">
              <a:lnSpc>
                <a:spcPts val="2909"/>
              </a:lnSpc>
              <a:spcBef>
                <a:spcPts val="900"/>
              </a:spcBef>
              <a:buClr>
                <a:srgbClr val="E38312"/>
              </a:buClr>
              <a:buFont typeface="Palatino Linotype"/>
              <a:buAutoNum type="arabicPeriod"/>
              <a:tabLst>
                <a:tab pos="1390650" algn="l"/>
              </a:tabLst>
            </a:pPr>
            <a:r>
              <a:rPr lang="en-US" sz="2700" spc="-30" dirty="0">
                <a:solidFill>
                  <a:srgbClr val="404040"/>
                </a:solidFill>
                <a:latin typeface="Palatino Linotype"/>
                <a:cs typeface="Palatino Linotype"/>
              </a:rPr>
              <a:t>Non-linea</a:t>
            </a:r>
            <a:r>
              <a:rPr lang="en-US" sz="2700" spc="30" dirty="0">
                <a:solidFill>
                  <a:srgbClr val="404040"/>
                </a:solidFill>
                <a:latin typeface="Palatino Linotype"/>
                <a:cs typeface="Palatino Linotype"/>
              </a:rPr>
              <a:t>r</a:t>
            </a:r>
            <a:r>
              <a:rPr lang="en-US" sz="2700" spc="270" dirty="0">
                <a:solidFill>
                  <a:srgbClr val="404040"/>
                </a:solidFill>
                <a:latin typeface="Palatino Linotype"/>
                <a:cs typeface="Palatino Linotype"/>
              </a:rPr>
              <a:t> </a:t>
            </a:r>
            <a:r>
              <a:rPr lang="en-US" sz="2700" spc="-53" dirty="0">
                <a:solidFill>
                  <a:srgbClr val="404040"/>
                </a:solidFill>
                <a:latin typeface="Palatino Linotype"/>
                <a:cs typeface="Palatino Linotype"/>
              </a:rPr>
              <a:t>dy</a:t>
            </a:r>
            <a:r>
              <a:rPr lang="en-US" sz="2700" spc="8" dirty="0">
                <a:solidFill>
                  <a:srgbClr val="404040"/>
                </a:solidFill>
                <a:latin typeface="Palatino Linotype"/>
                <a:cs typeface="Palatino Linotype"/>
              </a:rPr>
              <a:t>na</a:t>
            </a:r>
            <a:r>
              <a:rPr lang="en-US" sz="2700" dirty="0">
                <a:solidFill>
                  <a:srgbClr val="404040"/>
                </a:solidFill>
                <a:latin typeface="Palatino Linotype"/>
                <a:cs typeface="Palatino Linotype"/>
              </a:rPr>
              <a:t>mics</a:t>
            </a:r>
            <a:r>
              <a:rPr lang="en-US" sz="2700" spc="270" dirty="0">
                <a:solidFill>
                  <a:srgbClr val="404040"/>
                </a:solidFill>
                <a:latin typeface="Palatino Linotype"/>
                <a:cs typeface="Palatino Linotype"/>
              </a:rPr>
              <a:t> </a:t>
            </a:r>
            <a:r>
              <a:rPr lang="en-US" sz="2700" spc="75" dirty="0">
                <a:solidFill>
                  <a:srgbClr val="404040"/>
                </a:solidFill>
                <a:latin typeface="Palatino Linotype"/>
                <a:cs typeface="Palatino Linotype"/>
              </a:rPr>
              <a:t>tha</a:t>
            </a:r>
            <a:r>
              <a:rPr lang="en-US" sz="2700" spc="217" dirty="0">
                <a:solidFill>
                  <a:srgbClr val="404040"/>
                </a:solidFill>
                <a:latin typeface="Palatino Linotype"/>
                <a:cs typeface="Palatino Linotype"/>
              </a:rPr>
              <a:t>t</a:t>
            </a:r>
            <a:r>
              <a:rPr lang="en-US" sz="2700" spc="270" dirty="0">
                <a:solidFill>
                  <a:srgbClr val="404040"/>
                </a:solidFill>
                <a:latin typeface="Palatino Linotype"/>
                <a:cs typeface="Palatino Linotype"/>
              </a:rPr>
              <a:t> </a:t>
            </a:r>
            <a:r>
              <a:rPr lang="en-US" sz="2700" spc="23" dirty="0">
                <a:solidFill>
                  <a:srgbClr val="404040"/>
                </a:solidFill>
                <a:latin typeface="Palatino Linotype"/>
                <a:cs typeface="Palatino Linotype"/>
              </a:rPr>
              <a:t>a</a:t>
            </a:r>
            <a:r>
              <a:rPr lang="en-US" sz="2700" spc="-68" dirty="0">
                <a:solidFill>
                  <a:srgbClr val="404040"/>
                </a:solidFill>
                <a:latin typeface="Palatino Linotype"/>
                <a:cs typeface="Palatino Linotype"/>
              </a:rPr>
              <a:t>llows</a:t>
            </a:r>
            <a:r>
              <a:rPr lang="en-US" sz="2700" spc="270" dirty="0">
                <a:solidFill>
                  <a:srgbClr val="404040"/>
                </a:solidFill>
                <a:latin typeface="Palatino Linotype"/>
                <a:cs typeface="Palatino Linotype"/>
              </a:rPr>
              <a:t> </a:t>
            </a:r>
            <a:r>
              <a:rPr lang="en-US" sz="2700" spc="30" dirty="0">
                <a:solidFill>
                  <a:srgbClr val="404040"/>
                </a:solidFill>
                <a:latin typeface="Palatino Linotype"/>
                <a:cs typeface="Palatino Linotype"/>
              </a:rPr>
              <a:t>them</a:t>
            </a:r>
            <a:r>
              <a:rPr lang="en-US" sz="2700" spc="270" dirty="0">
                <a:solidFill>
                  <a:srgbClr val="404040"/>
                </a:solidFill>
                <a:latin typeface="Palatino Linotype"/>
                <a:cs typeface="Palatino Linotype"/>
              </a:rPr>
              <a:t> </a:t>
            </a:r>
            <a:r>
              <a:rPr lang="en-US" sz="2700" spc="68" dirty="0">
                <a:solidFill>
                  <a:srgbClr val="404040"/>
                </a:solidFill>
                <a:latin typeface="Palatino Linotype"/>
                <a:cs typeface="Palatino Linotype"/>
              </a:rPr>
              <a:t>to</a:t>
            </a:r>
            <a:r>
              <a:rPr lang="en-US" sz="2700" spc="270" dirty="0">
                <a:solidFill>
                  <a:srgbClr val="404040"/>
                </a:solidFill>
                <a:latin typeface="Palatino Linotype"/>
                <a:cs typeface="Palatino Linotype"/>
              </a:rPr>
              <a:t> </a:t>
            </a:r>
            <a:r>
              <a:rPr lang="en-US" sz="2700" spc="-53" dirty="0">
                <a:solidFill>
                  <a:srgbClr val="404040"/>
                </a:solidFill>
                <a:latin typeface="Palatino Linotype"/>
                <a:cs typeface="Palatino Linotype"/>
              </a:rPr>
              <a:t>upda</a:t>
            </a:r>
            <a:r>
              <a:rPr lang="en-US" sz="2700" spc="83" dirty="0">
                <a:solidFill>
                  <a:srgbClr val="404040"/>
                </a:solidFill>
                <a:latin typeface="Palatino Linotype"/>
                <a:cs typeface="Palatino Linotype"/>
              </a:rPr>
              <a:t>te</a:t>
            </a:r>
            <a:r>
              <a:rPr lang="en-US" sz="2700" spc="270" dirty="0">
                <a:solidFill>
                  <a:srgbClr val="404040"/>
                </a:solidFill>
                <a:latin typeface="Palatino Linotype"/>
                <a:cs typeface="Palatino Linotype"/>
              </a:rPr>
              <a:t> </a:t>
            </a:r>
            <a:r>
              <a:rPr lang="en-US" sz="2700" spc="38" dirty="0">
                <a:solidFill>
                  <a:srgbClr val="404040"/>
                </a:solidFill>
                <a:latin typeface="Palatino Linotype"/>
                <a:cs typeface="Palatino Linotype"/>
              </a:rPr>
              <a:t>their</a:t>
            </a:r>
            <a:r>
              <a:rPr lang="en-US" sz="2700" spc="270" dirty="0">
                <a:solidFill>
                  <a:srgbClr val="404040"/>
                </a:solidFill>
                <a:latin typeface="Palatino Linotype"/>
                <a:cs typeface="Palatino Linotype"/>
              </a:rPr>
              <a:t> </a:t>
            </a:r>
            <a:r>
              <a:rPr lang="en-US" sz="2700" spc="-45" dirty="0">
                <a:solidFill>
                  <a:srgbClr val="404040"/>
                </a:solidFill>
                <a:latin typeface="Palatino Linotype"/>
                <a:cs typeface="Palatino Linotype"/>
              </a:rPr>
              <a:t>hidden</a:t>
            </a:r>
            <a:r>
              <a:rPr lang="en-US" sz="2700" spc="-23" dirty="0">
                <a:solidFill>
                  <a:srgbClr val="404040"/>
                </a:solidFill>
                <a:latin typeface="Palatino Linotype"/>
                <a:cs typeface="Palatino Linotype"/>
              </a:rPr>
              <a:t> </a:t>
            </a:r>
            <a:r>
              <a:rPr lang="en-US" sz="2700" spc="68" dirty="0">
                <a:solidFill>
                  <a:srgbClr val="404040"/>
                </a:solidFill>
                <a:latin typeface="Palatino Linotype"/>
                <a:cs typeface="Palatino Linotype"/>
              </a:rPr>
              <a:t>sta</a:t>
            </a:r>
            <a:r>
              <a:rPr lang="en-US" sz="2700" spc="83" dirty="0">
                <a:solidFill>
                  <a:srgbClr val="404040"/>
                </a:solidFill>
                <a:latin typeface="Palatino Linotype"/>
                <a:cs typeface="Palatino Linotype"/>
              </a:rPr>
              <a:t>te</a:t>
            </a:r>
            <a:r>
              <a:rPr lang="en-US" sz="2700" spc="270" dirty="0">
                <a:solidFill>
                  <a:srgbClr val="404040"/>
                </a:solidFill>
                <a:latin typeface="Palatino Linotype"/>
                <a:cs typeface="Palatino Linotype"/>
              </a:rPr>
              <a:t> </a:t>
            </a:r>
            <a:r>
              <a:rPr lang="en-US" sz="2700" dirty="0">
                <a:solidFill>
                  <a:srgbClr val="404040"/>
                </a:solidFill>
                <a:latin typeface="Palatino Linotype"/>
                <a:cs typeface="Palatino Linotype"/>
              </a:rPr>
              <a:t>in</a:t>
            </a:r>
            <a:r>
              <a:rPr lang="en-US" sz="2700" spc="270" dirty="0">
                <a:solidFill>
                  <a:srgbClr val="404040"/>
                </a:solidFill>
                <a:latin typeface="Palatino Linotype"/>
                <a:cs typeface="Palatino Linotype"/>
              </a:rPr>
              <a:t> </a:t>
            </a:r>
            <a:r>
              <a:rPr lang="en-US" sz="2700" dirty="0">
                <a:solidFill>
                  <a:srgbClr val="404040"/>
                </a:solidFill>
                <a:latin typeface="Palatino Linotype"/>
                <a:cs typeface="Palatino Linotype"/>
              </a:rPr>
              <a:t>complica</a:t>
            </a:r>
            <a:r>
              <a:rPr lang="en-US" sz="2700" spc="23" dirty="0">
                <a:solidFill>
                  <a:srgbClr val="404040"/>
                </a:solidFill>
                <a:latin typeface="Palatino Linotype"/>
                <a:cs typeface="Palatino Linotype"/>
              </a:rPr>
              <a:t>ted</a:t>
            </a:r>
            <a:r>
              <a:rPr lang="en-US" sz="2700" spc="270" dirty="0">
                <a:solidFill>
                  <a:srgbClr val="404040"/>
                </a:solidFill>
                <a:latin typeface="Palatino Linotype"/>
                <a:cs typeface="Palatino Linotype"/>
              </a:rPr>
              <a:t> </a:t>
            </a:r>
            <a:r>
              <a:rPr lang="en-US" sz="2700" spc="-90" dirty="0">
                <a:solidFill>
                  <a:srgbClr val="404040"/>
                </a:solidFill>
                <a:latin typeface="Palatino Linotype"/>
                <a:cs typeface="Palatino Linotype"/>
              </a:rPr>
              <a:t>wa</a:t>
            </a:r>
            <a:r>
              <a:rPr lang="en-US" sz="2700" spc="-23" dirty="0">
                <a:solidFill>
                  <a:srgbClr val="404040"/>
                </a:solidFill>
                <a:latin typeface="Palatino Linotype"/>
                <a:cs typeface="Palatino Linotype"/>
              </a:rPr>
              <a:t>y</a:t>
            </a:r>
            <a:r>
              <a:rPr lang="en-US" sz="2700" spc="30" dirty="0">
                <a:solidFill>
                  <a:srgbClr val="404040"/>
                </a:solidFill>
                <a:latin typeface="Palatino Linotype"/>
                <a:cs typeface="Palatino Linotype"/>
              </a:rPr>
              <a:t>s.</a:t>
            </a:r>
            <a:endParaRPr lang="en-US" sz="2700" dirty="0">
              <a:latin typeface="Palatino Linotype"/>
              <a:cs typeface="Palatino Linotype"/>
            </a:endParaRPr>
          </a:p>
          <a:p>
            <a:pPr marL="1390650" lvl="1" indent="-685800">
              <a:spcBef>
                <a:spcPts val="525"/>
              </a:spcBef>
              <a:buClr>
                <a:srgbClr val="E38312"/>
              </a:buClr>
              <a:buFont typeface="Palatino Linotype"/>
              <a:buAutoNum type="arabicPeriod"/>
              <a:tabLst>
                <a:tab pos="1390650" algn="l"/>
              </a:tabLst>
            </a:pPr>
            <a:r>
              <a:rPr lang="en-US" sz="2700" spc="-135" dirty="0">
                <a:solidFill>
                  <a:srgbClr val="404040"/>
                </a:solidFill>
                <a:latin typeface="Palatino Linotype"/>
                <a:cs typeface="Palatino Linotype"/>
              </a:rPr>
              <a:t>No</a:t>
            </a:r>
            <a:r>
              <a:rPr lang="en-US" sz="2700" spc="270" dirty="0">
                <a:solidFill>
                  <a:srgbClr val="404040"/>
                </a:solidFill>
                <a:latin typeface="Palatino Linotype"/>
                <a:cs typeface="Palatino Linotype"/>
              </a:rPr>
              <a:t> </a:t>
            </a:r>
            <a:r>
              <a:rPr lang="en-US" sz="2700" spc="-45" dirty="0">
                <a:solidFill>
                  <a:srgbClr val="404040"/>
                </a:solidFill>
                <a:latin typeface="Palatino Linotype"/>
                <a:cs typeface="Palatino Linotype"/>
              </a:rPr>
              <a:t>need</a:t>
            </a:r>
            <a:r>
              <a:rPr lang="en-US" sz="2700" spc="270" dirty="0">
                <a:solidFill>
                  <a:srgbClr val="404040"/>
                </a:solidFill>
                <a:latin typeface="Palatino Linotype"/>
                <a:cs typeface="Palatino Linotype"/>
              </a:rPr>
              <a:t> </a:t>
            </a:r>
            <a:r>
              <a:rPr lang="en-US" sz="2700" spc="68" dirty="0">
                <a:solidFill>
                  <a:srgbClr val="404040"/>
                </a:solidFill>
                <a:latin typeface="Palatino Linotype"/>
                <a:cs typeface="Palatino Linotype"/>
              </a:rPr>
              <a:t>to</a:t>
            </a:r>
            <a:r>
              <a:rPr lang="en-US" sz="2700" spc="270" dirty="0">
                <a:solidFill>
                  <a:srgbClr val="404040"/>
                </a:solidFill>
                <a:latin typeface="Palatino Linotype"/>
                <a:cs typeface="Palatino Linotype"/>
              </a:rPr>
              <a:t> </a:t>
            </a:r>
            <a:r>
              <a:rPr lang="en-US" sz="2700" spc="-15" dirty="0">
                <a:solidFill>
                  <a:srgbClr val="404040"/>
                </a:solidFill>
                <a:latin typeface="Palatino Linotype"/>
                <a:cs typeface="Palatino Linotype"/>
              </a:rPr>
              <a:t>inf</a:t>
            </a:r>
            <a:r>
              <a:rPr lang="en-US" sz="2700" dirty="0">
                <a:solidFill>
                  <a:srgbClr val="404040"/>
                </a:solidFill>
                <a:latin typeface="Palatino Linotype"/>
                <a:cs typeface="Palatino Linotype"/>
              </a:rPr>
              <a:t>er</a:t>
            </a:r>
            <a:r>
              <a:rPr lang="en-US" sz="2700" spc="270" dirty="0">
                <a:solidFill>
                  <a:srgbClr val="404040"/>
                </a:solidFill>
                <a:latin typeface="Palatino Linotype"/>
                <a:cs typeface="Palatino Linotype"/>
              </a:rPr>
              <a:t> </a:t>
            </a:r>
            <a:r>
              <a:rPr lang="en-US" sz="2700" spc="-45" dirty="0">
                <a:solidFill>
                  <a:srgbClr val="404040"/>
                </a:solidFill>
                <a:latin typeface="Palatino Linotype"/>
                <a:cs typeface="Palatino Linotype"/>
              </a:rPr>
              <a:t>hidden</a:t>
            </a:r>
            <a:r>
              <a:rPr lang="en-US" sz="2700" spc="270" dirty="0">
                <a:solidFill>
                  <a:srgbClr val="404040"/>
                </a:solidFill>
                <a:latin typeface="Palatino Linotype"/>
                <a:cs typeface="Palatino Linotype"/>
              </a:rPr>
              <a:t> </a:t>
            </a:r>
            <a:r>
              <a:rPr lang="en-US" sz="2700" spc="68" dirty="0">
                <a:solidFill>
                  <a:srgbClr val="404040"/>
                </a:solidFill>
                <a:latin typeface="Palatino Linotype"/>
                <a:cs typeface="Palatino Linotype"/>
              </a:rPr>
              <a:t>sta</a:t>
            </a:r>
            <a:r>
              <a:rPr lang="en-US" sz="2700" spc="90" dirty="0">
                <a:solidFill>
                  <a:srgbClr val="404040"/>
                </a:solidFill>
                <a:latin typeface="Palatino Linotype"/>
                <a:cs typeface="Palatino Linotype"/>
              </a:rPr>
              <a:t>te,</a:t>
            </a:r>
            <a:r>
              <a:rPr lang="en-US" sz="2700" spc="270" dirty="0">
                <a:solidFill>
                  <a:srgbClr val="404040"/>
                </a:solidFill>
                <a:latin typeface="Palatino Linotype"/>
                <a:cs typeface="Palatino Linotype"/>
              </a:rPr>
              <a:t> </a:t>
            </a:r>
            <a:r>
              <a:rPr lang="en-US" sz="2700" spc="-30" dirty="0">
                <a:solidFill>
                  <a:srgbClr val="404040"/>
                </a:solidFill>
                <a:latin typeface="Palatino Linotype"/>
                <a:cs typeface="Palatino Linotype"/>
              </a:rPr>
              <a:t>pure</a:t>
            </a:r>
            <a:r>
              <a:rPr lang="en-US" sz="2700" spc="270" dirty="0">
                <a:solidFill>
                  <a:srgbClr val="404040"/>
                </a:solidFill>
                <a:latin typeface="Palatino Linotype"/>
                <a:cs typeface="Palatino Linotype"/>
              </a:rPr>
              <a:t> </a:t>
            </a:r>
            <a:r>
              <a:rPr lang="en-US" sz="2700" spc="23" dirty="0">
                <a:solidFill>
                  <a:srgbClr val="404040"/>
                </a:solidFill>
                <a:latin typeface="Palatino Linotype"/>
                <a:cs typeface="Palatino Linotype"/>
              </a:rPr>
              <a:t>deterministic.</a:t>
            </a:r>
            <a:endParaRPr lang="en-US" sz="2700" dirty="0">
              <a:latin typeface="Palatino Linotype"/>
              <a:cs typeface="Palatino Linotype"/>
            </a:endParaRPr>
          </a:p>
          <a:p>
            <a:pPr marL="1390650" lvl="1" indent="-685800">
              <a:spcBef>
                <a:spcPts val="570"/>
              </a:spcBef>
              <a:buClr>
                <a:srgbClr val="E38312"/>
              </a:buClr>
              <a:buFont typeface="Palatino Linotype"/>
              <a:buAutoNum type="arabicPeriod"/>
              <a:tabLst>
                <a:tab pos="1390650" algn="l"/>
              </a:tabLst>
            </a:pPr>
            <a:r>
              <a:rPr lang="en-US" sz="2700" spc="23" dirty="0">
                <a:solidFill>
                  <a:srgbClr val="404040"/>
                </a:solidFill>
                <a:latin typeface="Palatino Linotype"/>
                <a:cs typeface="Palatino Linotype"/>
              </a:rPr>
              <a:t>Weight</a:t>
            </a:r>
            <a:r>
              <a:rPr lang="en-US" sz="2700" spc="270" dirty="0">
                <a:solidFill>
                  <a:srgbClr val="404040"/>
                </a:solidFill>
                <a:latin typeface="Palatino Linotype"/>
                <a:cs typeface="Palatino Linotype"/>
              </a:rPr>
              <a:t> </a:t>
            </a:r>
            <a:r>
              <a:rPr lang="en-US" sz="2700" dirty="0">
                <a:solidFill>
                  <a:srgbClr val="404040"/>
                </a:solidFill>
                <a:latin typeface="Palatino Linotype"/>
                <a:cs typeface="Palatino Linotype"/>
              </a:rPr>
              <a:t>sha</a:t>
            </a:r>
            <a:r>
              <a:rPr lang="en-US" sz="2700" spc="-15" dirty="0">
                <a:solidFill>
                  <a:srgbClr val="404040"/>
                </a:solidFill>
                <a:latin typeface="Palatino Linotype"/>
                <a:cs typeface="Palatino Linotype"/>
              </a:rPr>
              <a:t>ring</a:t>
            </a:r>
            <a:endParaRPr lang="en-US" sz="2700" dirty="0">
              <a:latin typeface="Palatino Linotype"/>
              <a:cs typeface="Palatino Linotype"/>
            </a:endParaRPr>
          </a:p>
        </p:txBody>
      </p:sp>
      <p:sp>
        <p:nvSpPr>
          <p:cNvPr id="23" name="object 4"/>
          <p:cNvSpPr/>
          <p:nvPr/>
        </p:nvSpPr>
        <p:spPr>
          <a:xfrm>
            <a:off x="7332239" y="6314145"/>
            <a:ext cx="7239000" cy="3793550"/>
          </a:xfrm>
          <a:prstGeom prst="rect">
            <a:avLst/>
          </a:prstGeom>
          <a:blipFill>
            <a:blip r:embed="rId12" cstate="print"/>
            <a:stretch>
              <a:fillRect/>
            </a:stretch>
          </a:blipFill>
        </p:spPr>
        <p:txBody>
          <a:bodyPr wrap="square" lIns="0" tIns="0" rIns="0" bIns="0" rtlCol="0"/>
          <a:lstStyle/>
          <a:p>
            <a:endParaRPr sz="2700"/>
          </a:p>
        </p:txBody>
      </p:sp>
    </p:spTree>
    <p:extLst>
      <p:ext uri="{BB962C8B-B14F-4D97-AF65-F5344CB8AC3E}">
        <p14:creationId xmlns:p14="http://schemas.microsoft.com/office/powerpoint/2010/main" val="584623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158316" y="369102"/>
            <a:ext cx="11545738" cy="1387431"/>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RNN Architecture</a:t>
            </a:r>
          </a:p>
        </p:txBody>
      </p:sp>
      <p:pic>
        <p:nvPicPr>
          <p:cNvPr id="24" name="Picture 2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34399" y="3067517"/>
            <a:ext cx="12725400" cy="5189281"/>
          </a:xfrm>
          <a:prstGeom prst="rect">
            <a:avLst/>
          </a:prstGeom>
        </p:spPr>
      </p:pic>
    </p:spTree>
    <p:extLst>
      <p:ext uri="{BB962C8B-B14F-4D97-AF65-F5344CB8AC3E}">
        <p14:creationId xmlns:p14="http://schemas.microsoft.com/office/powerpoint/2010/main" val="2390027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160862" y="938251"/>
            <a:ext cx="8424863" cy="1387431"/>
          </a:xfrm>
          <a:prstGeom prst="rect">
            <a:avLst/>
          </a:prstGeom>
        </p:spPr>
        <p:txBody>
          <a:bodyPr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Problem Setup</a:t>
            </a:r>
          </a:p>
        </p:txBody>
      </p:sp>
      <p:sp>
        <p:nvSpPr>
          <p:cNvPr id="22" name="TextBox 22"/>
          <p:cNvSpPr txBox="1"/>
          <p:nvPr/>
        </p:nvSpPr>
        <p:spPr>
          <a:xfrm>
            <a:off x="1447800" y="3840528"/>
            <a:ext cx="11582400" cy="3693319"/>
          </a:xfrm>
          <a:prstGeom prst="rect">
            <a:avLst/>
          </a:prstGeom>
        </p:spPr>
        <p:txBody>
          <a:bodyPr wrap="square" lIns="0" tIns="0" rIns="0" bIns="0" rtlCol="0" anchor="t">
            <a:spAutoFit/>
          </a:bodyPr>
          <a:lstStyle/>
          <a:p>
            <a:r>
              <a:rPr lang="en-US" sz="4000" dirty="0"/>
              <a:t>The task is to predict the next word in a sequence. </a:t>
            </a:r>
          </a:p>
          <a:p>
            <a:r>
              <a:rPr lang="en-US" sz="4000" dirty="0"/>
              <a:t>Given the sentence "I love deep learning," the RNN will predict:</a:t>
            </a:r>
          </a:p>
          <a:p>
            <a:pPr marL="571500" indent="-571500">
              <a:buFont typeface="Arial" panose="020B0604020202020204" pitchFamily="34" charset="0"/>
              <a:buChar char="•"/>
            </a:pPr>
            <a:r>
              <a:rPr lang="en-US" sz="4000" dirty="0"/>
              <a:t>Given "I," predict "love."</a:t>
            </a:r>
          </a:p>
          <a:p>
            <a:pPr marL="571500" indent="-571500">
              <a:buFont typeface="Arial" panose="020B0604020202020204" pitchFamily="34" charset="0"/>
              <a:buChar char="•"/>
            </a:pPr>
            <a:r>
              <a:rPr lang="en-US" sz="4000" dirty="0"/>
              <a:t>Given "I love," predict "deep."</a:t>
            </a:r>
          </a:p>
          <a:p>
            <a:pPr marL="571500" indent="-571500">
              <a:buFont typeface="Arial" panose="020B0604020202020204" pitchFamily="34" charset="0"/>
              <a:buChar char="•"/>
            </a:pPr>
            <a:r>
              <a:rPr lang="en-US" sz="4000" dirty="0"/>
              <a:t>Given "I love deep," predict "learning."</a:t>
            </a:r>
          </a:p>
        </p:txBody>
      </p:sp>
    </p:spTree>
    <p:extLst>
      <p:ext uri="{BB962C8B-B14F-4D97-AF65-F5344CB8AC3E}">
        <p14:creationId xmlns:p14="http://schemas.microsoft.com/office/powerpoint/2010/main" val="3359040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438814" y="1301366"/>
            <a:ext cx="10517881" cy="1387431"/>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Input representation</a:t>
            </a:r>
          </a:p>
        </p:txBody>
      </p:sp>
      <p:sp>
        <p:nvSpPr>
          <p:cNvPr id="25" name="Content Placeholder 2">
            <a:extLst>
              <a:ext uri="{FF2B5EF4-FFF2-40B4-BE49-F238E27FC236}">
                <a16:creationId xmlns:a16="http://schemas.microsoft.com/office/drawing/2014/main" id="{C99ED5E7-A7CA-4AE4-A819-3D7A395D1B48}"/>
              </a:ext>
            </a:extLst>
          </p:cNvPr>
          <p:cNvSpPr txBox="1">
            <a:spLocks/>
          </p:cNvSpPr>
          <p:nvPr/>
        </p:nvSpPr>
        <p:spPr>
          <a:xfrm>
            <a:off x="1414079" y="3259557"/>
            <a:ext cx="12881682" cy="664810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dirty="0"/>
              <a:t>Each word in the vocabulary is represented as a one-hot vector.</a:t>
            </a:r>
          </a:p>
          <a:p>
            <a:r>
              <a:rPr lang="en-US" sz="3600" dirty="0"/>
              <a:t>Assume our vocabulary consists of the words: </a:t>
            </a:r>
          </a:p>
          <a:p>
            <a:pPr marL="0" indent="0" algn="ctr">
              <a:buFont typeface="Arial" pitchFamily="34" charset="0"/>
              <a:buNone/>
            </a:pPr>
            <a:r>
              <a:rPr lang="en-US" sz="3600" dirty="0"/>
              <a:t>{I, love, deep, learning, _}</a:t>
            </a:r>
          </a:p>
          <a:p>
            <a:pPr marL="0" indent="0">
              <a:buFont typeface="Arial" pitchFamily="34" charset="0"/>
              <a:buNone/>
            </a:pPr>
            <a:r>
              <a:rPr lang="en-US" sz="3600" dirty="0"/>
              <a:t>(where _ represents an unknown word or padding).</a:t>
            </a:r>
          </a:p>
          <a:p>
            <a:r>
              <a:rPr lang="en-US" sz="3600" dirty="0"/>
              <a:t>The one-hot vectors for each word are:</a:t>
            </a:r>
          </a:p>
          <a:p>
            <a:pPr lvl="1"/>
            <a:r>
              <a:rPr lang="en-US" dirty="0"/>
              <a:t>"I": [1, 0, 0, 0, 0]</a:t>
            </a:r>
          </a:p>
          <a:p>
            <a:pPr lvl="1"/>
            <a:r>
              <a:rPr lang="en-US" dirty="0"/>
              <a:t>"love": [0, 1, 0, 0, 0]</a:t>
            </a:r>
          </a:p>
          <a:p>
            <a:pPr lvl="1"/>
            <a:r>
              <a:rPr lang="en-US" dirty="0"/>
              <a:t>"deep": [0, 0, 1, 0, 0]</a:t>
            </a:r>
          </a:p>
          <a:p>
            <a:pPr lvl="1"/>
            <a:r>
              <a:rPr lang="en-US" dirty="0"/>
              <a:t>"learning": [0, 0, 0, 1, 0]</a:t>
            </a:r>
          </a:p>
          <a:p>
            <a:pPr lvl="1"/>
            <a:r>
              <a:rPr lang="en-US" dirty="0"/>
              <a:t>"_": [0, 0, 0, 0, 1]</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788057" y="985035"/>
            <a:ext cx="8424863" cy="1387431"/>
          </a:xfrm>
          <a:prstGeom prst="rect">
            <a:avLst/>
          </a:prstGeom>
        </p:spPr>
        <p:txBody>
          <a:bodyPr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RNN Architecture</a:t>
            </a:r>
          </a:p>
        </p:txBody>
      </p:sp>
      <p:sp>
        <p:nvSpPr>
          <p:cNvPr id="24" name="Rectangle 23">
            <a:extLst>
              <a:ext uri="{FF2B5EF4-FFF2-40B4-BE49-F238E27FC236}">
                <a16:creationId xmlns:a16="http://schemas.microsoft.com/office/drawing/2014/main" id="{3421D782-7058-48C9-8D72-E94D404CD140}"/>
              </a:ext>
            </a:extLst>
          </p:cNvPr>
          <p:cNvSpPr/>
          <p:nvPr/>
        </p:nvSpPr>
        <p:spPr>
          <a:xfrm>
            <a:off x="799609" y="3023876"/>
            <a:ext cx="14364191" cy="3170099"/>
          </a:xfrm>
          <a:prstGeom prst="rect">
            <a:avLst/>
          </a:prstGeom>
        </p:spPr>
        <p:txBody>
          <a:bodyPr wrap="square">
            <a:spAutoFit/>
          </a:bodyPr>
          <a:lstStyle/>
          <a:p>
            <a:pPr marL="571500" indent="-571500">
              <a:buFont typeface="Arial" panose="020B0604020202020204" pitchFamily="34" charset="0"/>
              <a:buChar char="•"/>
            </a:pPr>
            <a:r>
              <a:rPr lang="en-US" sz="4000" dirty="0"/>
              <a:t>The RNN processes the sequence of words one word at a time. At each time step t, the RNN takes in the current input word vector </a:t>
            </a:r>
            <a:r>
              <a:rPr lang="en-US" sz="4000" dirty="0" err="1"/>
              <a:t>x</a:t>
            </a:r>
            <a:r>
              <a:rPr lang="en-US" sz="4000" baseline="-25000" dirty="0" err="1"/>
              <a:t>t</a:t>
            </a:r>
            <a:r>
              <a:rPr lang="en-US" sz="4000" dirty="0"/>
              <a:t> and the hidden state from the previous time step ℎ</a:t>
            </a:r>
            <a:r>
              <a:rPr lang="en-US" sz="4000" baseline="-25000" dirty="0"/>
              <a:t>𝑡−1 </a:t>
            </a:r>
            <a:r>
              <a:rPr lang="en-US" sz="4000" dirty="0"/>
              <a:t>, and it produces a new hidden state ℎ</a:t>
            </a:r>
            <a:r>
              <a:rPr lang="en-US" sz="4000" baseline="-25000" dirty="0"/>
              <a:t>𝑡</a:t>
            </a:r>
            <a:r>
              <a:rPr lang="en-US" sz="4000" dirty="0"/>
              <a:t>​  and an output 𝑦</a:t>
            </a:r>
            <a:r>
              <a:rPr lang="en-US" sz="4000" baseline="-25000" dirty="0"/>
              <a:t>𝑡</a:t>
            </a:r>
            <a:r>
              <a:rPr lang="en-US" sz="4000" dirty="0"/>
              <a:t>​ .</a:t>
            </a:r>
          </a:p>
          <a:p>
            <a:pPr marL="571500" indent="-571500">
              <a:buFont typeface="Arial" panose="020B0604020202020204" pitchFamily="34" charset="0"/>
              <a:buChar char="•"/>
            </a:pPr>
            <a:r>
              <a:rPr lang="en-US" sz="4000" dirty="0"/>
              <a:t>The equations governing the RNN are:</a:t>
            </a:r>
          </a:p>
        </p:txBody>
      </p:sp>
      <p:pic>
        <p:nvPicPr>
          <p:cNvPr id="25" name="Picture 24">
            <a:extLst>
              <a:ext uri="{FF2B5EF4-FFF2-40B4-BE49-F238E27FC236}">
                <a16:creationId xmlns:a16="http://schemas.microsoft.com/office/drawing/2014/main" id="{B4B27C22-9A93-4975-8C9E-3894C2517F4E}"/>
              </a:ext>
            </a:extLst>
          </p:cNvPr>
          <p:cNvPicPr>
            <a:picLocks noChangeAspect="1"/>
          </p:cNvPicPr>
          <p:nvPr/>
        </p:nvPicPr>
        <p:blipFill>
          <a:blip r:embed="rId12"/>
          <a:stretch>
            <a:fillRect/>
          </a:stretch>
        </p:blipFill>
        <p:spPr>
          <a:xfrm>
            <a:off x="3616966" y="6780105"/>
            <a:ext cx="8424863" cy="21348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24" name="Picture 23">
            <a:extLst>
              <a:ext uri="{FF2B5EF4-FFF2-40B4-BE49-F238E27FC236}">
                <a16:creationId xmlns:a16="http://schemas.microsoft.com/office/drawing/2014/main" id="{96C78FCE-26CE-4C50-85C9-1EE43339277C}"/>
              </a:ext>
            </a:extLst>
          </p:cNvPr>
          <p:cNvPicPr>
            <a:picLocks noChangeAspect="1"/>
          </p:cNvPicPr>
          <p:nvPr/>
        </p:nvPicPr>
        <p:blipFill>
          <a:blip r:embed="rId12"/>
          <a:stretch>
            <a:fillRect/>
          </a:stretch>
        </p:blipFill>
        <p:spPr>
          <a:xfrm>
            <a:off x="4930478" y="601247"/>
            <a:ext cx="8301968" cy="2103729"/>
          </a:xfrm>
          <a:prstGeom prst="rect">
            <a:avLst/>
          </a:prstGeom>
        </p:spPr>
      </p:pic>
      <p:sp>
        <p:nvSpPr>
          <p:cNvPr id="25" name="Content Placeholder 2">
            <a:extLst>
              <a:ext uri="{FF2B5EF4-FFF2-40B4-BE49-F238E27FC236}">
                <a16:creationId xmlns:a16="http://schemas.microsoft.com/office/drawing/2014/main" id="{B541A96D-0AE3-4AE0-81C2-59E4268AA704}"/>
              </a:ext>
            </a:extLst>
          </p:cNvPr>
          <p:cNvSpPr txBox="1">
            <a:spLocks/>
          </p:cNvSpPr>
          <p:nvPr/>
        </p:nvSpPr>
        <p:spPr>
          <a:xfrm>
            <a:off x="2667064" y="2478153"/>
            <a:ext cx="13198211" cy="7764337"/>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4000"/>
              <a:t>Where:</a:t>
            </a:r>
          </a:p>
          <a:p>
            <a:r>
              <a:rPr lang="en-US" sz="4000"/>
              <a:t>W</a:t>
            </a:r>
            <a:r>
              <a:rPr lang="en-US" sz="4000" baseline="-25000"/>
              <a:t>h​ </a:t>
            </a:r>
            <a:r>
              <a:rPr lang="en-US" sz="4000"/>
              <a:t>is the weight matrix connecting the input to the hidden state.</a:t>
            </a:r>
          </a:p>
          <a:p>
            <a:r>
              <a:rPr lang="en-US" sz="4000"/>
              <a:t>U</a:t>
            </a:r>
            <a:r>
              <a:rPr lang="en-US" sz="4000" baseline="-25000"/>
              <a:t>h</a:t>
            </a:r>
            <a:r>
              <a:rPr lang="en-US" sz="4000"/>
              <a:t>​ is the weight matrix connecting the previous hidden state to the current hidden state.</a:t>
            </a:r>
          </a:p>
          <a:p>
            <a:r>
              <a:rPr lang="en-US" sz="4000"/>
              <a:t>b</a:t>
            </a:r>
            <a:r>
              <a:rPr lang="en-US" sz="4000" baseline="-25000"/>
              <a:t>h</a:t>
            </a:r>
            <a:r>
              <a:rPr lang="en-US" sz="4000"/>
              <a:t>​ is the bias for the hidden state.</a:t>
            </a:r>
          </a:p>
          <a:p>
            <a:r>
              <a:rPr lang="en-US" sz="4000"/>
              <a:t>W</a:t>
            </a:r>
            <a:r>
              <a:rPr lang="en-US" sz="4000" baseline="-25000"/>
              <a:t>y​ </a:t>
            </a:r>
            <a:r>
              <a:rPr lang="en-US" sz="4000"/>
              <a:t>is the weight matrix connecting the hidden state to the output.</a:t>
            </a:r>
          </a:p>
          <a:p>
            <a:r>
              <a:rPr lang="en-US" sz="4000"/>
              <a:t>b</a:t>
            </a:r>
            <a:r>
              <a:rPr lang="en-US" sz="4000" baseline="-25000"/>
              <a:t>y</a:t>
            </a:r>
            <a:r>
              <a:rPr lang="en-US" sz="4000"/>
              <a:t>​ is the bias for the output.</a:t>
            </a:r>
          </a:p>
          <a:p>
            <a:r>
              <a:rPr lang="en-US" sz="4000"/>
              <a:t>σ is the activation function, typically tanh⁡ or ReLU</a:t>
            </a:r>
          </a:p>
          <a:p>
            <a:endParaRPr lang="en-US"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028700" y="9046803"/>
            <a:ext cx="3135301" cy="564354"/>
          </a:xfrm>
          <a:custGeom>
            <a:avLst/>
            <a:gdLst/>
            <a:ahLst/>
            <a:cxnLst/>
            <a:rect l="l" t="t" r="r" b="b"/>
            <a:pathLst>
              <a:path w="3135301" h="564354">
                <a:moveTo>
                  <a:pt x="0" y="0"/>
                </a:moveTo>
                <a:lnTo>
                  <a:pt x="3135301" y="0"/>
                </a:lnTo>
                <a:lnTo>
                  <a:pt x="3135301" y="564354"/>
                </a:lnTo>
                <a:lnTo>
                  <a:pt x="0" y="5643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1" name="TextBox 21"/>
          <p:cNvSpPr txBox="1"/>
          <p:nvPr/>
        </p:nvSpPr>
        <p:spPr>
          <a:xfrm>
            <a:off x="2802373" y="342438"/>
            <a:ext cx="11057949" cy="2900666"/>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sym typeface="Rosario Bold"/>
              </a:rPr>
              <a:t>Weight Matrices Initialization</a:t>
            </a:r>
            <a:endParaRPr lang="en-US" sz="8462" dirty="0">
              <a:solidFill>
                <a:srgbClr val="30318B"/>
              </a:solidFill>
              <a:latin typeface="Rosario Bold"/>
              <a:ea typeface="Rosario Bold"/>
              <a:cs typeface="Rosario Bold"/>
              <a:sym typeface="Rosario Bold"/>
            </a:endParaRPr>
          </a:p>
        </p:txBody>
      </p:sp>
      <p:sp>
        <p:nvSpPr>
          <p:cNvPr id="24" name="Content Placeholder 2">
            <a:extLst>
              <a:ext uri="{FF2B5EF4-FFF2-40B4-BE49-F238E27FC236}">
                <a16:creationId xmlns:a16="http://schemas.microsoft.com/office/drawing/2014/main" id="{F4C10894-E69D-43EB-A996-CB0DD2DB7A46}"/>
              </a:ext>
            </a:extLst>
          </p:cNvPr>
          <p:cNvSpPr txBox="1">
            <a:spLocks/>
          </p:cNvSpPr>
          <p:nvPr/>
        </p:nvSpPr>
        <p:spPr>
          <a:xfrm>
            <a:off x="1657869" y="3561003"/>
            <a:ext cx="13226271" cy="570484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4000" dirty="0"/>
              <a:t>Let’s assume:</a:t>
            </a:r>
          </a:p>
          <a:p>
            <a:r>
              <a:rPr lang="en-US" sz="4000" dirty="0"/>
              <a:t>Input size (number of unique words in the vocabulary) =5</a:t>
            </a:r>
          </a:p>
          <a:p>
            <a:r>
              <a:rPr lang="en-US" sz="4000" dirty="0"/>
              <a:t>Hidden state size = 3</a:t>
            </a:r>
          </a:p>
          <a:p>
            <a:r>
              <a:rPr lang="en-US" sz="4000" dirty="0"/>
              <a:t>Output size = 5 (same as the input size since we are predicting the next word in the same vocabulary)</a:t>
            </a:r>
          </a:p>
          <a:p>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028700" y="9046803"/>
            <a:ext cx="3135301" cy="564354"/>
          </a:xfrm>
          <a:custGeom>
            <a:avLst/>
            <a:gdLst/>
            <a:ahLst/>
            <a:cxnLst/>
            <a:rect l="l" t="t" r="r" b="b"/>
            <a:pathLst>
              <a:path w="3135301" h="564354">
                <a:moveTo>
                  <a:pt x="0" y="0"/>
                </a:moveTo>
                <a:lnTo>
                  <a:pt x="3135301" y="0"/>
                </a:lnTo>
                <a:lnTo>
                  <a:pt x="3135301" y="564354"/>
                </a:lnTo>
                <a:lnTo>
                  <a:pt x="0" y="5643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pic>
        <p:nvPicPr>
          <p:cNvPr id="26" name="Picture 25">
            <a:extLst>
              <a:ext uri="{FF2B5EF4-FFF2-40B4-BE49-F238E27FC236}">
                <a16:creationId xmlns:a16="http://schemas.microsoft.com/office/drawing/2014/main" id="{9061C07E-A08E-41FF-B78A-5AC9E73DB884}"/>
              </a:ext>
            </a:extLst>
          </p:cNvPr>
          <p:cNvPicPr>
            <a:picLocks noChangeAspect="1"/>
          </p:cNvPicPr>
          <p:nvPr/>
        </p:nvPicPr>
        <p:blipFill>
          <a:blip r:embed="rId14"/>
          <a:stretch>
            <a:fillRect/>
          </a:stretch>
        </p:blipFill>
        <p:spPr>
          <a:xfrm>
            <a:off x="1546565" y="3492287"/>
            <a:ext cx="8076209" cy="4870282"/>
          </a:xfrm>
          <a:prstGeom prst="rect">
            <a:avLst/>
          </a:prstGeom>
        </p:spPr>
      </p:pic>
      <p:pic>
        <p:nvPicPr>
          <p:cNvPr id="27" name="Picture 26">
            <a:extLst>
              <a:ext uri="{FF2B5EF4-FFF2-40B4-BE49-F238E27FC236}">
                <a16:creationId xmlns:a16="http://schemas.microsoft.com/office/drawing/2014/main" id="{5E9BB1AE-24AD-4A5C-B407-523B71FC409F}"/>
              </a:ext>
            </a:extLst>
          </p:cNvPr>
          <p:cNvPicPr>
            <a:picLocks noChangeAspect="1"/>
          </p:cNvPicPr>
          <p:nvPr/>
        </p:nvPicPr>
        <p:blipFill rotWithShape="1">
          <a:blip r:embed="rId15"/>
          <a:srcRect r="29019" b="1383"/>
          <a:stretch/>
        </p:blipFill>
        <p:spPr>
          <a:xfrm>
            <a:off x="9982200" y="3448129"/>
            <a:ext cx="5236340" cy="5127480"/>
          </a:xfrm>
          <a:prstGeom prst="rect">
            <a:avLst/>
          </a:prstGeom>
        </p:spPr>
      </p:pic>
      <p:sp>
        <p:nvSpPr>
          <p:cNvPr id="29" name="Content Placeholder 2">
            <a:extLst>
              <a:ext uri="{FF2B5EF4-FFF2-40B4-BE49-F238E27FC236}">
                <a16:creationId xmlns:a16="http://schemas.microsoft.com/office/drawing/2014/main" id="{43F6576D-843F-4B97-BFE6-79CC2D1FDC93}"/>
              </a:ext>
            </a:extLst>
          </p:cNvPr>
          <p:cNvSpPr txBox="1">
            <a:spLocks/>
          </p:cNvSpPr>
          <p:nvPr/>
        </p:nvSpPr>
        <p:spPr>
          <a:xfrm>
            <a:off x="3176102" y="1933722"/>
            <a:ext cx="11147650" cy="96272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4000" dirty="0"/>
              <a:t>The weight matrices are initialized as</a:t>
            </a:r>
            <a:r>
              <a:rPr lang="en-US"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519742" y="937201"/>
            <a:ext cx="14367791" cy="1387431"/>
          </a:xfrm>
          <a:prstGeom prst="rect">
            <a:avLst/>
          </a:prstGeom>
        </p:spPr>
        <p:txBody>
          <a:bodyPr wrap="square" lIns="0" tIns="0" rIns="0" bIns="0" rtlCol="0" anchor="t">
            <a:spAutoFit/>
          </a:bodyPr>
          <a:lstStyle/>
          <a:p>
            <a:pPr algn="l">
              <a:lnSpc>
                <a:spcPts val="11847"/>
              </a:lnSpc>
            </a:pPr>
            <a:r>
              <a:rPr lang="en-US" sz="8462" dirty="0">
                <a:solidFill>
                  <a:srgbClr val="30318B"/>
                </a:solidFill>
                <a:latin typeface="Rosario Bold"/>
                <a:ea typeface="Rosario Bold"/>
                <a:cs typeface="Rosario Bold"/>
                <a:sym typeface="Rosario Bold"/>
              </a:rPr>
              <a:t>Forward Pass Example</a:t>
            </a:r>
          </a:p>
        </p:txBody>
      </p:sp>
      <p:sp>
        <p:nvSpPr>
          <p:cNvPr id="24" name="Content Placeholder 2">
            <a:extLst>
              <a:ext uri="{FF2B5EF4-FFF2-40B4-BE49-F238E27FC236}">
                <a16:creationId xmlns:a16="http://schemas.microsoft.com/office/drawing/2014/main" id="{41BB5A3D-43D4-480E-B737-C8035B3385A9}"/>
              </a:ext>
            </a:extLst>
          </p:cNvPr>
          <p:cNvSpPr txBox="1">
            <a:spLocks/>
          </p:cNvSpPr>
          <p:nvPr/>
        </p:nvSpPr>
        <p:spPr>
          <a:xfrm>
            <a:off x="2432509" y="2544925"/>
            <a:ext cx="12033202" cy="445988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4000" dirty="0"/>
              <a:t>Let’s go through the first time step to illustrate the process.</a:t>
            </a:r>
          </a:p>
          <a:p>
            <a:pPr marL="0" indent="0">
              <a:buFont typeface="Arial" pitchFamily="34" charset="0"/>
              <a:buNone/>
            </a:pPr>
            <a:r>
              <a:rPr lang="en-US" sz="4000" b="1" dirty="0"/>
              <a:t>Step 1: Input (t = 1)</a:t>
            </a:r>
            <a:r>
              <a:rPr lang="en-US" sz="4000" dirty="0"/>
              <a:t> </a:t>
            </a:r>
          </a:p>
          <a:p>
            <a:pPr marL="0" indent="0">
              <a:buFont typeface="Arial" pitchFamily="34" charset="0"/>
              <a:buNone/>
            </a:pPr>
            <a:r>
              <a:rPr lang="en-US" sz="4000" dirty="0"/>
              <a:t>The input at time t=1 is "I", represented as x</a:t>
            </a:r>
            <a:r>
              <a:rPr lang="en-US" sz="4000" baseline="-25000" dirty="0"/>
              <a:t>1</a:t>
            </a:r>
            <a:r>
              <a:rPr lang="en-US" sz="4000" dirty="0"/>
              <a:t>=[1,0,0,0,0].</a:t>
            </a:r>
          </a:p>
          <a:p>
            <a:pPr marL="0" indent="0">
              <a:buFont typeface="Arial" pitchFamily="34" charset="0"/>
              <a:buNone/>
            </a:pPr>
            <a:r>
              <a:rPr lang="en-US" sz="4000" b="1" dirty="0"/>
              <a:t>Step 2: Initial Hidden State</a:t>
            </a:r>
          </a:p>
          <a:p>
            <a:pPr marL="0" indent="0">
              <a:buFont typeface="Arial" pitchFamily="34" charset="0"/>
              <a:buNone/>
            </a:pPr>
            <a:r>
              <a:rPr lang="en-US" sz="4000" dirty="0"/>
              <a:t> Assume the initial hidden state h</a:t>
            </a:r>
            <a:r>
              <a:rPr lang="en-US" sz="4000" baseline="-25000" dirty="0"/>
              <a:t>0</a:t>
            </a:r>
            <a:r>
              <a:rPr lang="en-US" sz="4000" dirty="0"/>
              <a:t>=[0,0,0].</a:t>
            </a:r>
          </a:p>
          <a:p>
            <a:pPr marL="0" indent="0">
              <a:buFont typeface="Arial" pitchFamily="34" charset="0"/>
              <a:buNone/>
            </a:pPr>
            <a:r>
              <a:rPr lang="en-US" sz="4000" b="1" dirty="0"/>
              <a:t>Step 3: Calculate Hidden State h</a:t>
            </a:r>
            <a:r>
              <a:rPr lang="en-US" sz="4000" b="1" baseline="-25000" dirty="0"/>
              <a:t>1</a:t>
            </a:r>
            <a:r>
              <a:rPr lang="en-US" sz="4000" b="1" dirty="0"/>
              <a:t>​</a:t>
            </a:r>
            <a:r>
              <a:rPr lang="en-US" sz="4000" dirty="0"/>
              <a:t> </a:t>
            </a:r>
          </a:p>
          <a:p>
            <a:pPr marL="0" indent="0">
              <a:buFont typeface="Arial" pitchFamily="34" charset="0"/>
              <a:buNone/>
            </a:pPr>
            <a:r>
              <a:rPr lang="en-US" sz="4000" dirty="0"/>
              <a:t>Using the RNN equation:</a:t>
            </a:r>
          </a:p>
          <a:p>
            <a:pPr marL="0" indent="0">
              <a:buFont typeface="Arial" pitchFamily="34" charset="0"/>
              <a:buNone/>
            </a:pPr>
            <a:endParaRPr lang="en-US" sz="4000" dirty="0"/>
          </a:p>
        </p:txBody>
      </p:sp>
      <p:pic>
        <p:nvPicPr>
          <p:cNvPr id="25" name="Picture 24">
            <a:extLst>
              <a:ext uri="{FF2B5EF4-FFF2-40B4-BE49-F238E27FC236}">
                <a16:creationId xmlns:a16="http://schemas.microsoft.com/office/drawing/2014/main" id="{2D25CDE5-3A34-417F-AEC7-A9165DF3A4FD}"/>
              </a:ext>
            </a:extLst>
          </p:cNvPr>
          <p:cNvPicPr>
            <a:picLocks noChangeAspect="1"/>
          </p:cNvPicPr>
          <p:nvPr/>
        </p:nvPicPr>
        <p:blipFill>
          <a:blip r:embed="rId12"/>
          <a:stretch>
            <a:fillRect/>
          </a:stretch>
        </p:blipFill>
        <p:spPr>
          <a:xfrm>
            <a:off x="4572000" y="8321040"/>
            <a:ext cx="8087976" cy="100589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6E1F06-B980-441D-A3FD-5C052AF3003B}"/>
              </a:ext>
            </a:extLst>
          </p:cNvPr>
          <p:cNvPicPr>
            <a:picLocks noChangeAspect="1"/>
          </p:cNvPicPr>
          <p:nvPr/>
        </p:nvPicPr>
        <p:blipFill>
          <a:blip r:embed="rId2"/>
          <a:stretch>
            <a:fillRect/>
          </a:stretch>
        </p:blipFill>
        <p:spPr>
          <a:xfrm>
            <a:off x="1295400" y="110006"/>
            <a:ext cx="15316200" cy="10066987"/>
          </a:xfrm>
          <a:prstGeom prst="rect">
            <a:avLst/>
          </a:prstGeom>
        </p:spPr>
      </p:pic>
    </p:spTree>
    <p:extLst>
      <p:ext uri="{BB962C8B-B14F-4D97-AF65-F5344CB8AC3E}">
        <p14:creationId xmlns:p14="http://schemas.microsoft.com/office/powerpoint/2010/main" val="543760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F9B855-AE96-43FB-A1C2-987ADD7082A3}"/>
              </a:ext>
            </a:extLst>
          </p:cNvPr>
          <p:cNvPicPr>
            <a:picLocks noChangeAspect="1"/>
          </p:cNvPicPr>
          <p:nvPr/>
        </p:nvPicPr>
        <p:blipFill rotWithShape="1">
          <a:blip r:embed="rId2"/>
          <a:srcRect b="6197"/>
          <a:stretch/>
        </p:blipFill>
        <p:spPr>
          <a:xfrm>
            <a:off x="838200" y="952500"/>
            <a:ext cx="16217817" cy="9029700"/>
          </a:xfrm>
          <a:prstGeom prst="rect">
            <a:avLst/>
          </a:prstGeom>
        </p:spPr>
      </p:pic>
      <p:sp>
        <p:nvSpPr>
          <p:cNvPr id="3" name="Content Placeholder 2">
            <a:extLst>
              <a:ext uri="{FF2B5EF4-FFF2-40B4-BE49-F238E27FC236}">
                <a16:creationId xmlns:a16="http://schemas.microsoft.com/office/drawing/2014/main" id="{2F67533F-01C7-4F33-8D5C-28BE1C881513}"/>
              </a:ext>
            </a:extLst>
          </p:cNvPr>
          <p:cNvSpPr txBox="1">
            <a:spLocks/>
          </p:cNvSpPr>
          <p:nvPr/>
        </p:nvSpPr>
        <p:spPr>
          <a:xfrm>
            <a:off x="685800" y="168275"/>
            <a:ext cx="7467600" cy="116522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s-ES" sz="4000" dirty="0"/>
              <a:t>Step 4: </a:t>
            </a:r>
            <a:r>
              <a:rPr lang="es-ES" sz="4000" dirty="0" err="1"/>
              <a:t>Calculate</a:t>
            </a:r>
            <a:r>
              <a:rPr lang="es-ES" sz="4000" dirty="0"/>
              <a:t> Output y</a:t>
            </a:r>
            <a:r>
              <a:rPr lang="es-ES" sz="4000" baseline="-25000" dirty="0"/>
              <a:t>1</a:t>
            </a:r>
            <a:endParaRPr lang="en-US" sz="4000" baseline="-25000" dirty="0"/>
          </a:p>
        </p:txBody>
      </p:sp>
    </p:spTree>
    <p:extLst>
      <p:ext uri="{BB962C8B-B14F-4D97-AF65-F5344CB8AC3E}">
        <p14:creationId xmlns:p14="http://schemas.microsoft.com/office/powerpoint/2010/main" val="557818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E6FDB6-ACAD-4528-BC9A-CC546C72279C}"/>
              </a:ext>
            </a:extLst>
          </p:cNvPr>
          <p:cNvPicPr>
            <a:picLocks noChangeAspect="1"/>
          </p:cNvPicPr>
          <p:nvPr/>
        </p:nvPicPr>
        <p:blipFill>
          <a:blip r:embed="rId2"/>
          <a:stretch>
            <a:fillRect/>
          </a:stretch>
        </p:blipFill>
        <p:spPr>
          <a:xfrm>
            <a:off x="1524000" y="159562"/>
            <a:ext cx="15788402" cy="10104578"/>
          </a:xfrm>
          <a:prstGeom prst="rect">
            <a:avLst/>
          </a:prstGeom>
        </p:spPr>
      </p:pic>
    </p:spTree>
    <p:extLst>
      <p:ext uri="{BB962C8B-B14F-4D97-AF65-F5344CB8AC3E}">
        <p14:creationId xmlns:p14="http://schemas.microsoft.com/office/powerpoint/2010/main" val="3308100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ECC302-43C0-496E-B6CB-77DC563AAB27}"/>
              </a:ext>
            </a:extLst>
          </p:cNvPr>
          <p:cNvPicPr>
            <a:picLocks noChangeAspect="1"/>
          </p:cNvPicPr>
          <p:nvPr/>
        </p:nvPicPr>
        <p:blipFill>
          <a:blip r:embed="rId2"/>
          <a:stretch>
            <a:fillRect/>
          </a:stretch>
        </p:blipFill>
        <p:spPr>
          <a:xfrm>
            <a:off x="0" y="47167"/>
            <a:ext cx="14020800" cy="9257496"/>
          </a:xfrm>
          <a:prstGeom prst="rect">
            <a:avLst/>
          </a:prstGeom>
        </p:spPr>
      </p:pic>
      <p:sp>
        <p:nvSpPr>
          <p:cNvPr id="3" name="Rectangle 2">
            <a:extLst>
              <a:ext uri="{FF2B5EF4-FFF2-40B4-BE49-F238E27FC236}">
                <a16:creationId xmlns:a16="http://schemas.microsoft.com/office/drawing/2014/main" id="{CFDA60E3-731C-4BF7-8585-84CFCB3F2A45}"/>
              </a:ext>
            </a:extLst>
          </p:cNvPr>
          <p:cNvSpPr/>
          <p:nvPr/>
        </p:nvSpPr>
        <p:spPr>
          <a:xfrm>
            <a:off x="12039600" y="5448300"/>
            <a:ext cx="5638800" cy="3962401"/>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These probabilities represent the likelihood of the next word in the sequence being each of the words in the vocabulary. In this case, the RNN predicts the highest probability for the word corresponding to 0.23230.23230.2323, which in this example would correspond to "love."</a:t>
            </a:r>
          </a:p>
        </p:txBody>
      </p:sp>
    </p:spTree>
    <p:extLst>
      <p:ext uri="{BB962C8B-B14F-4D97-AF65-F5344CB8AC3E}">
        <p14:creationId xmlns:p14="http://schemas.microsoft.com/office/powerpoint/2010/main" val="4160178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028700" y="9046803"/>
            <a:ext cx="3135301" cy="564354"/>
          </a:xfrm>
          <a:custGeom>
            <a:avLst/>
            <a:gdLst/>
            <a:ahLst/>
            <a:cxnLst/>
            <a:rect l="l" t="t" r="r" b="b"/>
            <a:pathLst>
              <a:path w="3135301" h="564354">
                <a:moveTo>
                  <a:pt x="0" y="0"/>
                </a:moveTo>
                <a:lnTo>
                  <a:pt x="3135301" y="0"/>
                </a:lnTo>
                <a:lnTo>
                  <a:pt x="3135301" y="564354"/>
                </a:lnTo>
                <a:lnTo>
                  <a:pt x="0" y="5643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1" name="TextBox 21"/>
          <p:cNvSpPr txBox="1"/>
          <p:nvPr/>
        </p:nvSpPr>
        <p:spPr>
          <a:xfrm>
            <a:off x="3821472" y="1204951"/>
            <a:ext cx="9342873" cy="1387431"/>
          </a:xfrm>
          <a:prstGeom prst="rect">
            <a:avLst/>
          </a:prstGeom>
        </p:spPr>
        <p:txBody>
          <a:bodyPr wrap="square" lIns="0" tIns="0" rIns="0" bIns="0" rtlCol="0" anchor="t">
            <a:spAutoFit/>
          </a:bodyPr>
          <a:lstStyle/>
          <a:p>
            <a:pPr algn="ctr">
              <a:lnSpc>
                <a:spcPts val="11847"/>
              </a:lnSpc>
            </a:pPr>
            <a:r>
              <a:rPr lang="en-US" sz="8462" dirty="0">
                <a:solidFill>
                  <a:srgbClr val="30318B"/>
                </a:solidFill>
                <a:latin typeface="Rosario Bold"/>
                <a:ea typeface="Rosario Bold"/>
                <a:cs typeface="Rosario Bold"/>
                <a:sym typeface="Rosario Bold"/>
              </a:rPr>
              <a:t>Summary of steps</a:t>
            </a:r>
          </a:p>
        </p:txBody>
      </p:sp>
      <p:sp>
        <p:nvSpPr>
          <p:cNvPr id="24" name="Content Placeholder 6">
            <a:extLst>
              <a:ext uri="{FF2B5EF4-FFF2-40B4-BE49-F238E27FC236}">
                <a16:creationId xmlns:a16="http://schemas.microsoft.com/office/drawing/2014/main" id="{430435B8-62F1-4306-B5B0-F4A3A847163A}"/>
              </a:ext>
            </a:extLst>
          </p:cNvPr>
          <p:cNvSpPr txBox="1">
            <a:spLocks/>
          </p:cNvSpPr>
          <p:nvPr/>
        </p:nvSpPr>
        <p:spPr>
          <a:xfrm>
            <a:off x="1994724" y="3086985"/>
            <a:ext cx="15084909" cy="634075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4000" b="1"/>
              <a:t>Input Processing:</a:t>
            </a:r>
            <a:r>
              <a:rPr lang="en-US" sz="4000"/>
              <a:t> Convert the input word to a one-hot vector</a:t>
            </a:r>
          </a:p>
          <a:p>
            <a:pPr marL="514350" indent="-514350">
              <a:buFont typeface="+mj-lt"/>
              <a:buAutoNum type="arabicPeriod"/>
            </a:pPr>
            <a:r>
              <a:rPr lang="en-US" sz="4000" b="1"/>
              <a:t>Hidden State Calculation:</a:t>
            </a:r>
            <a:r>
              <a:rPr lang="en-US" sz="4000"/>
              <a:t> Update the hidden state using the input vector, the previous hidden state, and the hidden layer weights</a:t>
            </a:r>
          </a:p>
          <a:p>
            <a:pPr marL="514350" indent="-514350">
              <a:buFont typeface="+mj-lt"/>
              <a:buAutoNum type="arabicPeriod"/>
            </a:pPr>
            <a:r>
              <a:rPr lang="en-US" sz="4000" b="1"/>
              <a:t>Output Calculation:</a:t>
            </a:r>
            <a:r>
              <a:rPr lang="en-US" sz="4000"/>
              <a:t> Compute the output vector using the hidden state and the output layer weights, then apply the softmax function to get the probability distribution over the vocabulary.</a:t>
            </a:r>
          </a:p>
          <a:p>
            <a:pPr marL="514350" indent="-514350">
              <a:buFont typeface="+mj-lt"/>
              <a:buAutoNum type="arabicPeriod"/>
            </a:pPr>
            <a:r>
              <a:rPr lang="en-US" sz="4000" b="1"/>
              <a:t>Prediction:</a:t>
            </a:r>
            <a:r>
              <a:rPr lang="en-US" sz="4000"/>
              <a:t> Choose the word with the highest probability as the predicted next word.</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5470" y="-2376191"/>
            <a:ext cx="5272633" cy="527263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14620" y="7117545"/>
            <a:ext cx="5704840" cy="570484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323752" y="9567782"/>
            <a:ext cx="1839350" cy="183935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51846" y="2203119"/>
            <a:ext cx="1386647" cy="13866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TextBox 21"/>
          <p:cNvSpPr txBox="1"/>
          <p:nvPr/>
        </p:nvSpPr>
        <p:spPr>
          <a:xfrm>
            <a:off x="3025799" y="1157851"/>
            <a:ext cx="13161366" cy="1373646"/>
          </a:xfrm>
          <a:prstGeom prst="rect">
            <a:avLst/>
          </a:prstGeom>
        </p:spPr>
        <p:txBody>
          <a:bodyPr wrap="square" lIns="0" tIns="0" rIns="0" bIns="0" rtlCol="0" anchor="t">
            <a:spAutoFit/>
          </a:bodyPr>
          <a:lstStyle/>
          <a:p>
            <a:pPr algn="ctr">
              <a:lnSpc>
                <a:spcPts val="11847"/>
              </a:lnSpc>
            </a:pPr>
            <a:r>
              <a:rPr lang="en-US" sz="8000" dirty="0">
                <a:solidFill>
                  <a:srgbClr val="30318B"/>
                </a:solidFill>
                <a:latin typeface="Rosario Bold"/>
                <a:ea typeface="Rosario Bold"/>
                <a:cs typeface="Rosario Bold"/>
                <a:sym typeface="Rosario Bold"/>
              </a:rPr>
              <a:t>Formation of Weight  Matrices</a:t>
            </a:r>
          </a:p>
        </p:txBody>
      </p:sp>
      <p:sp>
        <p:nvSpPr>
          <p:cNvPr id="23" name="Content Placeholder 2">
            <a:extLst>
              <a:ext uri="{FF2B5EF4-FFF2-40B4-BE49-F238E27FC236}">
                <a16:creationId xmlns:a16="http://schemas.microsoft.com/office/drawing/2014/main" id="{91FF8230-FCD0-4D69-9471-0254ECF213CF}"/>
              </a:ext>
            </a:extLst>
          </p:cNvPr>
          <p:cNvSpPr txBox="1">
            <a:spLocks/>
          </p:cNvSpPr>
          <p:nvPr/>
        </p:nvSpPr>
        <p:spPr>
          <a:xfrm>
            <a:off x="2028425" y="3123973"/>
            <a:ext cx="14611249" cy="43513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4000" i="1" dirty="0" err="1"/>
              <a:t>W</a:t>
            </a:r>
            <a:r>
              <a:rPr lang="en-US" sz="4000" i="1" baseline="-25000" dirty="0" err="1"/>
              <a:t>h</a:t>
            </a:r>
            <a:r>
              <a:rPr lang="en-US" sz="4000" b="1" dirty="0"/>
              <a:t>​</a:t>
            </a:r>
            <a:r>
              <a:rPr lang="en-US" sz="4000" dirty="0"/>
              <a:t>: Connects the input word vector to the hidden state. It determines how the input word influences the hidden state.</a:t>
            </a:r>
          </a:p>
          <a:p>
            <a:r>
              <a:rPr lang="en-US" sz="4000" i="1" dirty="0"/>
              <a:t>U</a:t>
            </a:r>
            <a:r>
              <a:rPr lang="en-US" sz="4000" i="1" baseline="-25000" dirty="0"/>
              <a:t>h</a:t>
            </a:r>
            <a:r>
              <a:rPr lang="en-US" sz="4000" dirty="0"/>
              <a:t>​: Connects the previous hidden state to the current hidden state. It determines how the hidden state from the previous time step influences the current hidden state.</a:t>
            </a:r>
          </a:p>
          <a:p>
            <a:r>
              <a:rPr lang="en-US" sz="4000" i="1" dirty="0" err="1"/>
              <a:t>b</a:t>
            </a:r>
            <a:r>
              <a:rPr lang="en-US" sz="4000" i="1" baseline="-25000" dirty="0" err="1"/>
              <a:t>h</a:t>
            </a:r>
            <a:r>
              <a:rPr lang="en-US" sz="4000" b="1" dirty="0"/>
              <a:t>​</a:t>
            </a:r>
            <a:r>
              <a:rPr lang="en-US" sz="4000" dirty="0"/>
              <a:t>: Bias added to the hidden state.</a:t>
            </a:r>
          </a:p>
          <a:p>
            <a:r>
              <a:rPr lang="en-US" sz="4000" i="1" dirty="0"/>
              <a:t>W</a:t>
            </a:r>
            <a:r>
              <a:rPr lang="en-US" sz="4000" i="1" baseline="-25000" dirty="0"/>
              <a:t>y​</a:t>
            </a:r>
            <a:r>
              <a:rPr lang="en-US" sz="4000" dirty="0"/>
              <a:t>: Connects the hidden state to the output vector, predicting the next word.</a:t>
            </a:r>
          </a:p>
          <a:p>
            <a:r>
              <a:rPr lang="en-US" sz="4000" i="1" dirty="0"/>
              <a:t>b</a:t>
            </a:r>
            <a:r>
              <a:rPr lang="en-US" sz="4000" i="1" baseline="-25000" dirty="0"/>
              <a:t>y</a:t>
            </a:r>
            <a:r>
              <a:rPr lang="en-US" sz="4000" b="1" baseline="-25000" dirty="0"/>
              <a:t>​</a:t>
            </a:r>
            <a:r>
              <a:rPr lang="en-US" sz="4000" dirty="0"/>
              <a:t>: Bias added to the output.</a:t>
            </a:r>
          </a:p>
          <a:p>
            <a:endParaRPr lang="en-US" sz="4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81606E6-C813-4785-9CB9-F69FAFE161C4}"/>
              </a:ext>
            </a:extLst>
          </p:cNvPr>
          <p:cNvGrpSpPr/>
          <p:nvPr/>
        </p:nvGrpSpPr>
        <p:grpSpPr>
          <a:xfrm>
            <a:off x="-1945470" y="-2376191"/>
            <a:ext cx="5272633" cy="5272633"/>
            <a:chOff x="0" y="0"/>
            <a:chExt cx="812800" cy="812800"/>
          </a:xfrm>
        </p:grpSpPr>
        <p:sp>
          <p:nvSpPr>
            <p:cNvPr id="3" name="Freeform 3">
              <a:extLst>
                <a:ext uri="{FF2B5EF4-FFF2-40B4-BE49-F238E27FC236}">
                  <a16:creationId xmlns:a16="http://schemas.microsoft.com/office/drawing/2014/main" id="{AD447963-7E8E-475F-86C9-A5A0A4CD34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4" name="TextBox 4">
              <a:extLst>
                <a:ext uri="{FF2B5EF4-FFF2-40B4-BE49-F238E27FC236}">
                  <a16:creationId xmlns:a16="http://schemas.microsoft.com/office/drawing/2014/main" id="{1C194284-91B4-4605-BAF2-DF2C82C83BC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0A61B461-5E2E-474B-B44E-B573271C1902}"/>
              </a:ext>
            </a:extLst>
          </p:cNvPr>
          <p:cNvGrpSpPr/>
          <p:nvPr/>
        </p:nvGrpSpPr>
        <p:grpSpPr>
          <a:xfrm>
            <a:off x="14914620" y="7117545"/>
            <a:ext cx="5704840" cy="5704840"/>
            <a:chOff x="0" y="0"/>
            <a:chExt cx="812800" cy="812800"/>
          </a:xfrm>
        </p:grpSpPr>
        <p:sp>
          <p:nvSpPr>
            <p:cNvPr id="6" name="Freeform 6">
              <a:extLst>
                <a:ext uri="{FF2B5EF4-FFF2-40B4-BE49-F238E27FC236}">
                  <a16:creationId xmlns:a16="http://schemas.microsoft.com/office/drawing/2014/main" id="{C30032D3-0EA6-4D6E-9C1C-2E89AEF199B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7" name="TextBox 7">
              <a:extLst>
                <a:ext uri="{FF2B5EF4-FFF2-40B4-BE49-F238E27FC236}">
                  <a16:creationId xmlns:a16="http://schemas.microsoft.com/office/drawing/2014/main" id="{5A629436-DCD7-438B-9107-418814FF56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915C5D8-9996-4A62-B2CC-F1F44CDC6A7E}"/>
              </a:ext>
            </a:extLst>
          </p:cNvPr>
          <p:cNvGrpSpPr/>
          <p:nvPr/>
        </p:nvGrpSpPr>
        <p:grpSpPr>
          <a:xfrm>
            <a:off x="14323752" y="9567782"/>
            <a:ext cx="1839350" cy="1839350"/>
            <a:chOff x="0" y="0"/>
            <a:chExt cx="812800" cy="812800"/>
          </a:xfrm>
        </p:grpSpPr>
        <p:sp>
          <p:nvSpPr>
            <p:cNvPr id="9" name="Freeform 9">
              <a:extLst>
                <a:ext uri="{FF2B5EF4-FFF2-40B4-BE49-F238E27FC236}">
                  <a16:creationId xmlns:a16="http://schemas.microsoft.com/office/drawing/2014/main" id="{020735C0-1D56-493E-97BC-2700C64362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318B"/>
            </a:solidFill>
          </p:spPr>
          <p:txBody>
            <a:bodyPr/>
            <a:lstStyle/>
            <a:p>
              <a:endParaRPr lang="en-US"/>
            </a:p>
          </p:txBody>
        </p:sp>
        <p:sp>
          <p:nvSpPr>
            <p:cNvPr id="10" name="TextBox 10">
              <a:extLst>
                <a:ext uri="{FF2B5EF4-FFF2-40B4-BE49-F238E27FC236}">
                  <a16:creationId xmlns:a16="http://schemas.microsoft.com/office/drawing/2014/main" id="{848CA7B5-0C04-4A60-86AE-57AB4F49F30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66AE520-8070-4580-AC16-1873ABD6E32C}"/>
              </a:ext>
            </a:extLst>
          </p:cNvPr>
          <p:cNvGrpSpPr/>
          <p:nvPr/>
        </p:nvGrpSpPr>
        <p:grpSpPr>
          <a:xfrm>
            <a:off x="-651846" y="2203119"/>
            <a:ext cx="1386647" cy="1386647"/>
            <a:chOff x="0" y="0"/>
            <a:chExt cx="812800" cy="812800"/>
          </a:xfrm>
        </p:grpSpPr>
        <p:sp>
          <p:nvSpPr>
            <p:cNvPr id="12" name="Freeform 12">
              <a:extLst>
                <a:ext uri="{FF2B5EF4-FFF2-40B4-BE49-F238E27FC236}">
                  <a16:creationId xmlns:a16="http://schemas.microsoft.com/office/drawing/2014/main" id="{EA3173B2-8C57-4201-B5E3-03855FF787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C5F1"/>
            </a:solidFill>
          </p:spPr>
          <p:txBody>
            <a:bodyPr/>
            <a:lstStyle/>
            <a:p>
              <a:endParaRPr lang="en-US"/>
            </a:p>
          </p:txBody>
        </p:sp>
        <p:sp>
          <p:nvSpPr>
            <p:cNvPr id="13" name="TextBox 13">
              <a:extLst>
                <a:ext uri="{FF2B5EF4-FFF2-40B4-BE49-F238E27FC236}">
                  <a16:creationId xmlns:a16="http://schemas.microsoft.com/office/drawing/2014/main" id="{DC05B513-446F-4D85-AE4B-4EC9815851E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5">
            <a:extLst>
              <a:ext uri="{FF2B5EF4-FFF2-40B4-BE49-F238E27FC236}">
                <a16:creationId xmlns:a16="http://schemas.microsoft.com/office/drawing/2014/main" id="{9E8154BD-6034-49B0-AFA7-FB8D50E9C94E}"/>
              </a:ext>
            </a:extLst>
          </p:cNvPr>
          <p:cNvSpPr/>
          <p:nvPr/>
        </p:nvSpPr>
        <p:spPr>
          <a:xfrm>
            <a:off x="-1107912" y="-1038882"/>
            <a:ext cx="2972604" cy="2972604"/>
          </a:xfrm>
          <a:custGeom>
            <a:avLst/>
            <a:gdLst/>
            <a:ahLst/>
            <a:cxnLst/>
            <a:rect l="l" t="t" r="r" b="b"/>
            <a:pathLst>
              <a:path w="2972604" h="2972604">
                <a:moveTo>
                  <a:pt x="0" y="0"/>
                </a:moveTo>
                <a:lnTo>
                  <a:pt x="2972604" y="0"/>
                </a:lnTo>
                <a:lnTo>
                  <a:pt x="2972604" y="2972604"/>
                </a:lnTo>
                <a:lnTo>
                  <a:pt x="0" y="29726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6">
            <a:extLst>
              <a:ext uri="{FF2B5EF4-FFF2-40B4-BE49-F238E27FC236}">
                <a16:creationId xmlns:a16="http://schemas.microsoft.com/office/drawing/2014/main" id="{4692F82B-65FA-4F64-9D4B-A5DDB5AA83B1}"/>
              </a:ext>
            </a:extLst>
          </p:cNvPr>
          <p:cNvSpPr/>
          <p:nvPr/>
        </p:nvSpPr>
        <p:spPr>
          <a:xfrm rot="-10800000">
            <a:off x="16457937" y="2063642"/>
            <a:ext cx="1361627" cy="1361627"/>
          </a:xfrm>
          <a:custGeom>
            <a:avLst/>
            <a:gdLst/>
            <a:ahLst/>
            <a:cxnLst/>
            <a:rect l="l" t="t" r="r" b="b"/>
            <a:pathLst>
              <a:path w="1361627" h="1361627">
                <a:moveTo>
                  <a:pt x="0" y="0"/>
                </a:moveTo>
                <a:lnTo>
                  <a:pt x="1361627" y="0"/>
                </a:lnTo>
                <a:lnTo>
                  <a:pt x="1361627" y="1361627"/>
                </a:lnTo>
                <a:lnTo>
                  <a:pt x="0" y="13616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7">
            <a:extLst>
              <a:ext uri="{FF2B5EF4-FFF2-40B4-BE49-F238E27FC236}">
                <a16:creationId xmlns:a16="http://schemas.microsoft.com/office/drawing/2014/main" id="{9D3760A3-78BB-4C55-B5F3-AF02D9F3A43A}"/>
              </a:ext>
            </a:extLst>
          </p:cNvPr>
          <p:cNvSpPr/>
          <p:nvPr/>
        </p:nvSpPr>
        <p:spPr>
          <a:xfrm>
            <a:off x="16637449" y="8575609"/>
            <a:ext cx="3216273" cy="3216273"/>
          </a:xfrm>
          <a:custGeom>
            <a:avLst/>
            <a:gdLst/>
            <a:ahLst/>
            <a:cxnLst/>
            <a:rect l="l" t="t" r="r" b="b"/>
            <a:pathLst>
              <a:path w="3216273" h="3216273">
                <a:moveTo>
                  <a:pt x="0" y="0"/>
                </a:moveTo>
                <a:lnTo>
                  <a:pt x="3216273" y="0"/>
                </a:lnTo>
                <a:lnTo>
                  <a:pt x="3216273" y="3216273"/>
                </a:lnTo>
                <a:lnTo>
                  <a:pt x="0" y="32162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8">
            <a:extLst>
              <a:ext uri="{FF2B5EF4-FFF2-40B4-BE49-F238E27FC236}">
                <a16:creationId xmlns:a16="http://schemas.microsoft.com/office/drawing/2014/main" id="{06C9BA70-F8F7-4314-9E22-02F540025930}"/>
              </a:ext>
            </a:extLst>
          </p:cNvPr>
          <p:cNvSpPr/>
          <p:nvPr/>
        </p:nvSpPr>
        <p:spPr>
          <a:xfrm>
            <a:off x="16986566" y="7117545"/>
            <a:ext cx="1031856" cy="1031856"/>
          </a:xfrm>
          <a:custGeom>
            <a:avLst/>
            <a:gdLst/>
            <a:ahLst/>
            <a:cxnLst/>
            <a:rect l="l" t="t" r="r" b="b"/>
            <a:pathLst>
              <a:path w="1031856" h="1031856">
                <a:moveTo>
                  <a:pt x="0" y="0"/>
                </a:moveTo>
                <a:lnTo>
                  <a:pt x="1031856" y="0"/>
                </a:lnTo>
                <a:lnTo>
                  <a:pt x="1031856" y="1031855"/>
                </a:lnTo>
                <a:lnTo>
                  <a:pt x="0" y="10318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8" name="Freeform 19">
            <a:extLst>
              <a:ext uri="{FF2B5EF4-FFF2-40B4-BE49-F238E27FC236}">
                <a16:creationId xmlns:a16="http://schemas.microsoft.com/office/drawing/2014/main" id="{79B50347-2975-485E-BB1B-2183265D2049}"/>
              </a:ext>
            </a:extLst>
          </p:cNvPr>
          <p:cNvSpPr/>
          <p:nvPr/>
        </p:nvSpPr>
        <p:spPr>
          <a:xfrm>
            <a:off x="2284594" y="-1726493"/>
            <a:ext cx="2664744" cy="2664744"/>
          </a:xfrm>
          <a:custGeom>
            <a:avLst/>
            <a:gdLst/>
            <a:ahLst/>
            <a:cxnLst/>
            <a:rect l="l" t="t" r="r" b="b"/>
            <a:pathLst>
              <a:path w="2664744" h="2664744">
                <a:moveTo>
                  <a:pt x="0" y="0"/>
                </a:moveTo>
                <a:lnTo>
                  <a:pt x="2664745" y="0"/>
                </a:lnTo>
                <a:lnTo>
                  <a:pt x="2664745" y="2664745"/>
                </a:lnTo>
                <a:lnTo>
                  <a:pt x="0" y="26647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9" name="Freeform 20">
            <a:extLst>
              <a:ext uri="{FF2B5EF4-FFF2-40B4-BE49-F238E27FC236}">
                <a16:creationId xmlns:a16="http://schemas.microsoft.com/office/drawing/2014/main" id="{74ACC791-1FF2-4F15-B498-729AAA0AF78C}"/>
              </a:ext>
            </a:extLst>
          </p:cNvPr>
          <p:cNvSpPr/>
          <p:nvPr/>
        </p:nvSpPr>
        <p:spPr>
          <a:xfrm rot="-10800000" flipH="1">
            <a:off x="16457937" y="606788"/>
            <a:ext cx="1361627" cy="1361627"/>
          </a:xfrm>
          <a:custGeom>
            <a:avLst/>
            <a:gdLst/>
            <a:ahLst/>
            <a:cxnLst/>
            <a:rect l="l" t="t" r="r" b="b"/>
            <a:pathLst>
              <a:path w="1361627" h="1361627">
                <a:moveTo>
                  <a:pt x="1361627" y="0"/>
                </a:moveTo>
                <a:lnTo>
                  <a:pt x="0" y="0"/>
                </a:lnTo>
                <a:lnTo>
                  <a:pt x="0" y="1361627"/>
                </a:lnTo>
                <a:lnTo>
                  <a:pt x="1361627" y="1361627"/>
                </a:lnTo>
                <a:lnTo>
                  <a:pt x="13616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TextBox 21">
            <a:extLst>
              <a:ext uri="{FF2B5EF4-FFF2-40B4-BE49-F238E27FC236}">
                <a16:creationId xmlns:a16="http://schemas.microsoft.com/office/drawing/2014/main" id="{792D5FEE-4AB3-4EE7-88C1-F4410EB69746}"/>
              </a:ext>
            </a:extLst>
          </p:cNvPr>
          <p:cNvSpPr txBox="1"/>
          <p:nvPr/>
        </p:nvSpPr>
        <p:spPr>
          <a:xfrm>
            <a:off x="2028425" y="486494"/>
            <a:ext cx="15117863" cy="2886881"/>
          </a:xfrm>
          <a:prstGeom prst="rect">
            <a:avLst/>
          </a:prstGeom>
        </p:spPr>
        <p:txBody>
          <a:bodyPr wrap="square" lIns="0" tIns="0" rIns="0" bIns="0" rtlCol="0" anchor="t">
            <a:spAutoFit/>
          </a:bodyPr>
          <a:lstStyle/>
          <a:p>
            <a:pPr algn="ctr">
              <a:lnSpc>
                <a:spcPts val="11847"/>
              </a:lnSpc>
            </a:pPr>
            <a:r>
              <a:rPr lang="en-US" sz="8000" dirty="0">
                <a:solidFill>
                  <a:srgbClr val="30318B"/>
                </a:solidFill>
                <a:latin typeface="Rosario Bold"/>
                <a:ea typeface="Rosario Bold"/>
                <a:cs typeface="Rosario Bold"/>
                <a:sym typeface="Rosario Bold"/>
              </a:rPr>
              <a:t>Backpropagation through </a:t>
            </a:r>
          </a:p>
          <a:p>
            <a:pPr algn="ctr">
              <a:lnSpc>
                <a:spcPts val="11847"/>
              </a:lnSpc>
            </a:pPr>
            <a:r>
              <a:rPr lang="en-US" sz="8000" dirty="0">
                <a:solidFill>
                  <a:srgbClr val="30318B"/>
                </a:solidFill>
                <a:latin typeface="Rosario Bold"/>
                <a:ea typeface="Rosario Bold"/>
                <a:cs typeface="Rosario Bold"/>
                <a:sym typeface="Rosario Bold"/>
              </a:rPr>
              <a:t>Time (BPTT)</a:t>
            </a:r>
          </a:p>
        </p:txBody>
      </p:sp>
      <p:sp>
        <p:nvSpPr>
          <p:cNvPr id="22" name="Content Placeholder 2">
            <a:extLst>
              <a:ext uri="{FF2B5EF4-FFF2-40B4-BE49-F238E27FC236}">
                <a16:creationId xmlns:a16="http://schemas.microsoft.com/office/drawing/2014/main" id="{A474216F-FB0E-4D6B-8A85-435141C96EA9}"/>
              </a:ext>
            </a:extLst>
          </p:cNvPr>
          <p:cNvSpPr txBox="1">
            <a:spLocks/>
          </p:cNvSpPr>
          <p:nvPr/>
        </p:nvSpPr>
        <p:spPr>
          <a:xfrm>
            <a:off x="2271918" y="3546140"/>
            <a:ext cx="13314420" cy="43513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4000" dirty="0"/>
              <a:t>During training, the RNN adjusts these weight matrices through BPTT to minimize the difference between the predicted word probabilities and the actual words in the sequence.</a:t>
            </a:r>
          </a:p>
          <a:p>
            <a:r>
              <a:rPr lang="en-US" sz="4000" dirty="0"/>
              <a:t> This process involves computing gradients for each weight matrix and updating them to improve the model's predictions over time.</a:t>
            </a:r>
          </a:p>
          <a:p>
            <a:r>
              <a:rPr lang="en-US" sz="4000" dirty="0"/>
              <a:t>This completes the detailed explanation of RNNs using a sequence of words as an example.</a:t>
            </a:r>
          </a:p>
          <a:p>
            <a:endParaRPr lang="en-US" sz="4000" dirty="0"/>
          </a:p>
        </p:txBody>
      </p:sp>
    </p:spTree>
    <p:extLst>
      <p:ext uri="{BB962C8B-B14F-4D97-AF65-F5344CB8AC3E}">
        <p14:creationId xmlns:p14="http://schemas.microsoft.com/office/powerpoint/2010/main" val="724238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685800" y="499705"/>
            <a:ext cx="16574261" cy="95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What Problems are Normal CNNs Good at?</a:t>
            </a:r>
            <a:endPar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Image recognition and classification</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CNNs excel at tasks involving spatial relationships, such as identifying objects in images.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Object detection</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They can locate and classify multiple objects within an image.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Image segmentation</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CNNs divide an image into regions or objects.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Video analysis</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They handle frame-by-frame analysis but don't inherently deal with temporal dependencies well.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What is Sequence Learning?</a:t>
            </a:r>
            <a:endPar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Sequence learning involves processing data where the order of elements matters, such as in time-series data, speech, or text.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Examples include language modeling, machine translation, speech recognition, and stock price predictions.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Ways to Deal with Sequence Labeling</a:t>
            </a:r>
            <a:endPar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RNNs</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Capture sequential data relationships and are used in tasks like part-of-speech tagging.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LSTMs/GRUs</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Handle long-term dependencies better than basic RNNs, preventing vanishing gradient issues.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CRFs (Conditional Random Fields)</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Often combined with neural networks for structured prediction.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Bi-directional RNNs/LSTMs</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Process data in both forward and backward directions, improving sequence labeling tasks like named entity recognition.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Attention Mechanisms</a:t>
            </a: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Used to focus on important parts of a sequence, enhancing performance in tasks like translation or summarization.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Recurrent Neural Networks (RNNs) and Long Short-Term Memory (LSTM) networks are typically used for this purpose, as they can capture temporal dependencies.</a:t>
            </a:r>
          </a:p>
        </p:txBody>
      </p:sp>
    </p:spTree>
    <p:extLst>
      <p:ext uri="{BB962C8B-B14F-4D97-AF65-F5344CB8AC3E}">
        <p14:creationId xmlns:p14="http://schemas.microsoft.com/office/powerpoint/2010/main" val="3066205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1608</TotalTime>
  <Words>1492</Words>
  <Application>Microsoft Office PowerPoint</Application>
  <PresentationFormat>Custom</PresentationFormat>
  <Paragraphs>138</Paragraphs>
  <Slides>25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Rosario Bold</vt:lpstr>
      <vt:lpstr>Arial</vt:lpstr>
      <vt:lpstr>Times New Roman</vt:lpstr>
      <vt:lpstr>Palatino Linotype</vt:lpstr>
      <vt:lpstr>Arial Unicode MS</vt:lpstr>
      <vt:lpstr>Minion Pro</vt:lpstr>
      <vt:lpstr>Calibri</vt: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Abstract Presentation</dc:title>
  <dc:creator>Minahil-Bilal</dc:creator>
  <cp:lastModifiedBy>Qurat-ul-Ain</cp:lastModifiedBy>
  <cp:revision>16</cp:revision>
  <dcterms:created xsi:type="dcterms:W3CDTF">2006-08-16T00:00:00Z</dcterms:created>
  <dcterms:modified xsi:type="dcterms:W3CDTF">2025-10-08T09:29:06Z</dcterms:modified>
  <dc:identifier>DAGN5wfXWfY</dc:identifier>
</cp:coreProperties>
</file>